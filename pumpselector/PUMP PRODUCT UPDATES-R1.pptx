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13"/>
  </p:notesMasterIdLst>
  <p:sldIdLst>
    <p:sldId id="779" r:id="rId5"/>
    <p:sldId id="781" r:id="rId6"/>
    <p:sldId id="683" r:id="rId7"/>
    <p:sldId id="780" r:id="rId8"/>
    <p:sldId id="315" r:id="rId9"/>
    <p:sldId id="682" r:id="rId10"/>
    <p:sldId id="778" r:id="rId11"/>
    <p:sldId id="775" r:id="rId12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ish Kumar Vimal" initials="MKV" lastIdx="1" clrIdx="0">
    <p:extLst>
      <p:ext uri="{19B8F6BF-5375-455C-9EA6-DF929625EA0E}">
        <p15:presenceInfo xmlns:p15="http://schemas.microsoft.com/office/powerpoint/2012/main" userId="S::manishkumar.vimal@havells.com::06cbc775-a6ed-4c06-988c-23825a5f254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0000"/>
    <a:srgbClr val="CC0000"/>
    <a:srgbClr val="FF0000"/>
    <a:srgbClr val="640000"/>
    <a:srgbClr val="DA2310"/>
    <a:srgbClr val="C229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94BCA4-CB07-4D87-9A22-2F17B11F87EA}" v="18" dt="2026-01-04T14:11:34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59" autoAdjust="0"/>
    <p:restoredTop sz="94249" autoAdjust="0"/>
  </p:normalViewPr>
  <p:slideViewPr>
    <p:cSldViewPr snapToGrid="0">
      <p:cViewPr varScale="1">
        <p:scale>
          <a:sx n="69" d="100"/>
          <a:sy n="69" d="100"/>
        </p:scale>
        <p:origin x="69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Kumar Vimal" userId="06cbc775-a6ed-4c06-988c-23825a5f2541" providerId="ADAL" clId="{B52152C9-D366-416A-A47F-FEAF858E22AD}"/>
    <pc:docChg chg="undo custSel addSld delSld modSld sldOrd">
      <pc:chgData name="Manish Kumar Vimal" userId="06cbc775-a6ed-4c06-988c-23825a5f2541" providerId="ADAL" clId="{B52152C9-D366-416A-A47F-FEAF858E22AD}" dt="2026-01-04T14:11:52.073" v="276" actId="1076"/>
      <pc:docMkLst>
        <pc:docMk/>
      </pc:docMkLst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2799290772" sldId="259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1891088705" sldId="264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212936556" sldId="270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2588227461" sldId="272"/>
        </pc:sldMkLst>
      </pc:sldChg>
      <pc:sldChg chg="del">
        <pc:chgData name="Manish Kumar Vimal" userId="06cbc775-a6ed-4c06-988c-23825a5f2541" providerId="ADAL" clId="{B52152C9-D366-416A-A47F-FEAF858E22AD}" dt="2026-01-04T13:55:50.547" v="33" actId="47"/>
        <pc:sldMkLst>
          <pc:docMk/>
          <pc:sldMk cId="2931563227" sldId="277"/>
        </pc:sldMkLst>
      </pc:sldChg>
      <pc:sldChg chg="delSp modSp mod">
        <pc:chgData name="Manish Kumar Vimal" userId="06cbc775-a6ed-4c06-988c-23825a5f2541" providerId="ADAL" clId="{B52152C9-D366-416A-A47F-FEAF858E22AD}" dt="2026-01-04T14:11:07.254" v="268" actId="478"/>
        <pc:sldMkLst>
          <pc:docMk/>
          <pc:sldMk cId="1145907370" sldId="315"/>
        </pc:sldMkLst>
        <pc:spChg chg="mod">
          <ac:chgData name="Manish Kumar Vimal" userId="06cbc775-a6ed-4c06-988c-23825a5f2541" providerId="ADAL" clId="{B52152C9-D366-416A-A47F-FEAF858E22AD}" dt="2026-01-04T14:07:35.682" v="248"/>
          <ac:spMkLst>
            <pc:docMk/>
            <pc:sldMk cId="1145907370" sldId="315"/>
            <ac:spMk id="4" creationId="{0AD6712B-602C-4510-B805-D7B485CA75C2}"/>
          </ac:spMkLst>
        </pc:spChg>
        <pc:spChg chg="del">
          <ac:chgData name="Manish Kumar Vimal" userId="06cbc775-a6ed-4c06-988c-23825a5f2541" providerId="ADAL" clId="{B52152C9-D366-416A-A47F-FEAF858E22AD}" dt="2026-01-04T14:11:07.254" v="268" actId="478"/>
          <ac:spMkLst>
            <pc:docMk/>
            <pc:sldMk cId="1145907370" sldId="315"/>
            <ac:spMk id="6" creationId="{00000000-0000-0000-0000-000000000000}"/>
          </ac:spMkLst>
        </pc:spChg>
        <pc:spChg chg="del">
          <ac:chgData name="Manish Kumar Vimal" userId="06cbc775-a6ed-4c06-988c-23825a5f2541" providerId="ADAL" clId="{B52152C9-D366-416A-A47F-FEAF858E22AD}" dt="2026-01-04T14:11:04.161" v="267" actId="478"/>
          <ac:spMkLst>
            <pc:docMk/>
            <pc:sldMk cId="1145907370" sldId="315"/>
            <ac:spMk id="7" creationId="{00000000-0000-0000-0000-000000000000}"/>
          </ac:spMkLst>
        </pc:spChg>
      </pc:sldChg>
      <pc:sldChg chg="del">
        <pc:chgData name="Manish Kumar Vimal" userId="06cbc775-a6ed-4c06-988c-23825a5f2541" providerId="ADAL" clId="{B52152C9-D366-416A-A47F-FEAF858E22AD}" dt="2026-01-04T13:53:16.143" v="12" actId="47"/>
        <pc:sldMkLst>
          <pc:docMk/>
          <pc:sldMk cId="566659431" sldId="340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2013634296" sldId="659"/>
        </pc:sldMkLst>
      </pc:sldChg>
      <pc:sldChg chg="del">
        <pc:chgData name="Manish Kumar Vimal" userId="06cbc775-a6ed-4c06-988c-23825a5f2541" providerId="ADAL" clId="{B52152C9-D366-416A-A47F-FEAF858E22AD}" dt="2026-01-04T13:55:49.208" v="32" actId="47"/>
        <pc:sldMkLst>
          <pc:docMk/>
          <pc:sldMk cId="2466037963" sldId="669"/>
        </pc:sldMkLst>
      </pc:sldChg>
      <pc:sldChg chg="del">
        <pc:chgData name="Manish Kumar Vimal" userId="06cbc775-a6ed-4c06-988c-23825a5f2541" providerId="ADAL" clId="{B52152C9-D366-416A-A47F-FEAF858E22AD}" dt="2026-01-04T13:55:53.226" v="35" actId="47"/>
        <pc:sldMkLst>
          <pc:docMk/>
          <pc:sldMk cId="2407447" sldId="675"/>
        </pc:sldMkLst>
      </pc:sldChg>
      <pc:sldChg chg="delSp modSp mod">
        <pc:chgData name="Manish Kumar Vimal" userId="06cbc775-a6ed-4c06-988c-23825a5f2541" providerId="ADAL" clId="{B52152C9-D366-416A-A47F-FEAF858E22AD}" dt="2026-01-04T14:10:56.539" v="266" actId="478"/>
        <pc:sldMkLst>
          <pc:docMk/>
          <pc:sldMk cId="2236270725" sldId="682"/>
        </pc:sldMkLst>
        <pc:spChg chg="mod">
          <ac:chgData name="Manish Kumar Vimal" userId="06cbc775-a6ed-4c06-988c-23825a5f2541" providerId="ADAL" clId="{B52152C9-D366-416A-A47F-FEAF858E22AD}" dt="2026-01-04T14:07:35.682" v="248"/>
          <ac:spMkLst>
            <pc:docMk/>
            <pc:sldMk cId="2236270725" sldId="682"/>
            <ac:spMk id="4" creationId="{4BF9AB9F-61BF-492B-A6CF-4C8FADB5DA18}"/>
          </ac:spMkLst>
        </pc:spChg>
        <pc:spChg chg="mod">
          <ac:chgData name="Manish Kumar Vimal" userId="06cbc775-a6ed-4c06-988c-23825a5f2541" providerId="ADAL" clId="{B52152C9-D366-416A-A47F-FEAF858E22AD}" dt="2026-01-04T14:07:27.199" v="245" actId="27636"/>
          <ac:spMkLst>
            <pc:docMk/>
            <pc:sldMk cId="2236270725" sldId="682"/>
            <ac:spMk id="8" creationId="{2CF777D2-ECAB-4968-80B0-23242F177726}"/>
          </ac:spMkLst>
        </pc:spChg>
        <pc:spChg chg="del">
          <ac:chgData name="Manish Kumar Vimal" userId="06cbc775-a6ed-4c06-988c-23825a5f2541" providerId="ADAL" clId="{B52152C9-D366-416A-A47F-FEAF858E22AD}" dt="2026-01-04T14:10:54.163" v="265" actId="478"/>
          <ac:spMkLst>
            <pc:docMk/>
            <pc:sldMk cId="2236270725" sldId="682"/>
            <ac:spMk id="15" creationId="{E1CBCDD2-6B0C-4393-8EB2-EE78B37A98D0}"/>
          </ac:spMkLst>
        </pc:spChg>
        <pc:spChg chg="del">
          <ac:chgData name="Manish Kumar Vimal" userId="06cbc775-a6ed-4c06-988c-23825a5f2541" providerId="ADAL" clId="{B52152C9-D366-416A-A47F-FEAF858E22AD}" dt="2026-01-04T14:10:56.539" v="266" actId="478"/>
          <ac:spMkLst>
            <pc:docMk/>
            <pc:sldMk cId="2236270725" sldId="682"/>
            <ac:spMk id="16" creationId="{737ADAFF-8071-41C1-B7EA-0D6D398936F7}"/>
          </ac:spMkLst>
        </pc:spChg>
      </pc:sldChg>
      <pc:sldChg chg="delSp modSp add mod">
        <pc:chgData name="Manish Kumar Vimal" userId="06cbc775-a6ed-4c06-988c-23825a5f2541" providerId="ADAL" clId="{B52152C9-D366-416A-A47F-FEAF858E22AD}" dt="2026-01-04T14:11:23.470" v="273" actId="478"/>
        <pc:sldMkLst>
          <pc:docMk/>
          <pc:sldMk cId="2131400705" sldId="683"/>
        </pc:sldMkLst>
        <pc:spChg chg="mod">
          <ac:chgData name="Manish Kumar Vimal" userId="06cbc775-a6ed-4c06-988c-23825a5f2541" providerId="ADAL" clId="{B52152C9-D366-416A-A47F-FEAF858E22AD}" dt="2026-01-04T14:07:35.682" v="248"/>
          <ac:spMkLst>
            <pc:docMk/>
            <pc:sldMk cId="2131400705" sldId="683"/>
            <ac:spMk id="4" creationId="{0AD6712B-602C-4510-B805-D7B485CA75C2}"/>
          </ac:spMkLst>
        </pc:spChg>
        <pc:spChg chg="del mod">
          <ac:chgData name="Manish Kumar Vimal" userId="06cbc775-a6ed-4c06-988c-23825a5f2541" providerId="ADAL" clId="{B52152C9-D366-416A-A47F-FEAF858E22AD}" dt="2026-01-04T14:11:23.470" v="273" actId="478"/>
          <ac:spMkLst>
            <pc:docMk/>
            <pc:sldMk cId="2131400705" sldId="683"/>
            <ac:spMk id="6" creationId="{00000000-0000-0000-0000-000000000000}"/>
          </ac:spMkLst>
        </pc:spChg>
        <pc:spChg chg="del">
          <ac:chgData name="Manish Kumar Vimal" userId="06cbc775-a6ed-4c06-988c-23825a5f2541" providerId="ADAL" clId="{B52152C9-D366-416A-A47F-FEAF858E22AD}" dt="2026-01-04T14:11:20.673" v="271" actId="478"/>
          <ac:spMkLst>
            <pc:docMk/>
            <pc:sldMk cId="2131400705" sldId="683"/>
            <ac:spMk id="7" creationId="{00000000-0000-0000-0000-000000000000}"/>
          </ac:spMkLst>
        </pc:spChg>
        <pc:spChg chg="mod">
          <ac:chgData name="Manish Kumar Vimal" userId="06cbc775-a6ed-4c06-988c-23825a5f2541" providerId="ADAL" clId="{B52152C9-D366-416A-A47F-FEAF858E22AD}" dt="2026-01-04T13:59:39.962" v="108" actId="20577"/>
          <ac:spMkLst>
            <pc:docMk/>
            <pc:sldMk cId="2131400705" sldId="683"/>
            <ac:spMk id="8" creationId="{8DC677A8-0434-4D44-8227-AB1521636807}"/>
          </ac:spMkLst>
        </pc:spChg>
      </pc:sldChg>
      <pc:sldChg chg="del">
        <pc:chgData name="Manish Kumar Vimal" userId="06cbc775-a6ed-4c06-988c-23825a5f2541" providerId="ADAL" clId="{B52152C9-D366-416A-A47F-FEAF858E22AD}" dt="2026-01-04T13:53:20.261" v="14" actId="47"/>
        <pc:sldMkLst>
          <pc:docMk/>
          <pc:sldMk cId="1995511292" sldId="685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3937826877" sldId="699"/>
        </pc:sldMkLst>
      </pc:sldChg>
      <pc:sldChg chg="del">
        <pc:chgData name="Manish Kumar Vimal" userId="06cbc775-a6ed-4c06-988c-23825a5f2541" providerId="ADAL" clId="{B52152C9-D366-416A-A47F-FEAF858E22AD}" dt="2026-01-04T13:55:52.314" v="34" actId="47"/>
        <pc:sldMkLst>
          <pc:docMk/>
          <pc:sldMk cId="826231306" sldId="700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4045503069" sldId="720"/>
        </pc:sldMkLst>
      </pc:sldChg>
      <pc:sldChg chg="del">
        <pc:chgData name="Manish Kumar Vimal" userId="06cbc775-a6ed-4c06-988c-23825a5f2541" providerId="ADAL" clId="{B52152C9-D366-416A-A47F-FEAF858E22AD}" dt="2026-01-04T13:55:59.132" v="41" actId="47"/>
        <pc:sldMkLst>
          <pc:docMk/>
          <pc:sldMk cId="2930402423" sldId="721"/>
        </pc:sldMkLst>
      </pc:sldChg>
      <pc:sldChg chg="del">
        <pc:chgData name="Manish Kumar Vimal" userId="06cbc775-a6ed-4c06-988c-23825a5f2541" providerId="ADAL" clId="{B52152C9-D366-416A-A47F-FEAF858E22AD}" dt="2026-01-04T13:54:15.508" v="19" actId="47"/>
        <pc:sldMkLst>
          <pc:docMk/>
          <pc:sldMk cId="3881277635" sldId="725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1091297246" sldId="727"/>
        </pc:sldMkLst>
      </pc:sldChg>
      <pc:sldChg chg="del">
        <pc:chgData name="Manish Kumar Vimal" userId="06cbc775-a6ed-4c06-988c-23825a5f2541" providerId="ADAL" clId="{B52152C9-D366-416A-A47F-FEAF858E22AD}" dt="2026-01-04T13:55:57.044" v="38" actId="47"/>
        <pc:sldMkLst>
          <pc:docMk/>
          <pc:sldMk cId="2670379909" sldId="730"/>
        </pc:sldMkLst>
      </pc:sldChg>
      <pc:sldChg chg="del">
        <pc:chgData name="Manish Kumar Vimal" userId="06cbc775-a6ed-4c06-988c-23825a5f2541" providerId="ADAL" clId="{B52152C9-D366-416A-A47F-FEAF858E22AD}" dt="2026-01-04T13:55:07.315" v="25" actId="47"/>
        <pc:sldMkLst>
          <pc:docMk/>
          <pc:sldMk cId="1941309154" sldId="731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1259471932" sldId="734"/>
        </pc:sldMkLst>
      </pc:sldChg>
      <pc:sldChg chg="del">
        <pc:chgData name="Manish Kumar Vimal" userId="06cbc775-a6ed-4c06-988c-23825a5f2541" providerId="ADAL" clId="{B52152C9-D366-416A-A47F-FEAF858E22AD}" dt="2026-01-04T13:55:13.511" v="27" actId="47"/>
        <pc:sldMkLst>
          <pc:docMk/>
          <pc:sldMk cId="826639715" sldId="735"/>
        </pc:sldMkLst>
      </pc:sldChg>
      <pc:sldChg chg="del">
        <pc:chgData name="Manish Kumar Vimal" userId="06cbc775-a6ed-4c06-988c-23825a5f2541" providerId="ADAL" clId="{B52152C9-D366-416A-A47F-FEAF858E22AD}" dt="2026-01-04T13:55:15.507" v="28" actId="47"/>
        <pc:sldMkLst>
          <pc:docMk/>
          <pc:sldMk cId="545293062" sldId="736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2872274446" sldId="739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372851324" sldId="744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2538312692" sldId="746"/>
        </pc:sldMkLst>
      </pc:sldChg>
      <pc:sldChg chg="del">
        <pc:chgData name="Manish Kumar Vimal" userId="06cbc775-a6ed-4c06-988c-23825a5f2541" providerId="ADAL" clId="{B52152C9-D366-416A-A47F-FEAF858E22AD}" dt="2026-01-04T13:55:48.293" v="31" actId="47"/>
        <pc:sldMkLst>
          <pc:docMk/>
          <pc:sldMk cId="2060134178" sldId="749"/>
        </pc:sldMkLst>
      </pc:sldChg>
      <pc:sldChg chg="del">
        <pc:chgData name="Manish Kumar Vimal" userId="06cbc775-a6ed-4c06-988c-23825a5f2541" providerId="ADAL" clId="{B52152C9-D366-416A-A47F-FEAF858E22AD}" dt="2026-01-04T13:55:58.394" v="40" actId="47"/>
        <pc:sldMkLst>
          <pc:docMk/>
          <pc:sldMk cId="7394627" sldId="750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3302813201" sldId="756"/>
        </pc:sldMkLst>
      </pc:sldChg>
      <pc:sldChg chg="del">
        <pc:chgData name="Manish Kumar Vimal" userId="06cbc775-a6ed-4c06-988c-23825a5f2541" providerId="ADAL" clId="{B52152C9-D366-416A-A47F-FEAF858E22AD}" dt="2026-01-04T13:55:57.727" v="39" actId="47"/>
        <pc:sldMkLst>
          <pc:docMk/>
          <pc:sldMk cId="3390313474" sldId="757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1279008949" sldId="763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3708806466" sldId="764"/>
        </pc:sldMkLst>
      </pc:sldChg>
      <pc:sldChg chg="del">
        <pc:chgData name="Manish Kumar Vimal" userId="06cbc775-a6ed-4c06-988c-23825a5f2541" providerId="ADAL" clId="{B52152C9-D366-416A-A47F-FEAF858E22AD}" dt="2026-01-04T13:55:55.704" v="37" actId="47"/>
        <pc:sldMkLst>
          <pc:docMk/>
          <pc:sldMk cId="4165855221" sldId="765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146399574" sldId="769"/>
        </pc:sldMkLst>
      </pc:sldChg>
      <pc:sldChg chg="del">
        <pc:chgData name="Manish Kumar Vimal" userId="06cbc775-a6ed-4c06-988c-23825a5f2541" providerId="ADAL" clId="{B52152C9-D366-416A-A47F-FEAF858E22AD}" dt="2026-01-04T13:55:54.523" v="36" actId="47"/>
        <pc:sldMkLst>
          <pc:docMk/>
          <pc:sldMk cId="872239049" sldId="771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1343985138" sldId="772"/>
        </pc:sldMkLst>
      </pc:sldChg>
      <pc:sldChg chg="del">
        <pc:chgData name="Manish Kumar Vimal" userId="06cbc775-a6ed-4c06-988c-23825a5f2541" providerId="ADAL" clId="{B52152C9-D366-416A-A47F-FEAF858E22AD}" dt="2026-01-04T13:53:18.834" v="13" actId="47"/>
        <pc:sldMkLst>
          <pc:docMk/>
          <pc:sldMk cId="2453621068" sldId="773"/>
        </pc:sldMkLst>
      </pc:sldChg>
      <pc:sldChg chg="del">
        <pc:chgData name="Manish Kumar Vimal" userId="06cbc775-a6ed-4c06-988c-23825a5f2541" providerId="ADAL" clId="{B52152C9-D366-416A-A47F-FEAF858E22AD}" dt="2026-01-04T13:54:04.426" v="17" actId="47"/>
        <pc:sldMkLst>
          <pc:docMk/>
          <pc:sldMk cId="2401457995" sldId="774"/>
        </pc:sldMkLst>
      </pc:sldChg>
      <pc:sldChg chg="delSp modSp mod">
        <pc:chgData name="Manish Kumar Vimal" userId="06cbc775-a6ed-4c06-988c-23825a5f2541" providerId="ADAL" clId="{B52152C9-D366-416A-A47F-FEAF858E22AD}" dt="2026-01-04T14:10:20.290" v="257" actId="478"/>
        <pc:sldMkLst>
          <pc:docMk/>
          <pc:sldMk cId="2109145615" sldId="775"/>
        </pc:sldMkLst>
        <pc:spChg chg="mod">
          <ac:chgData name="Manish Kumar Vimal" userId="06cbc775-a6ed-4c06-988c-23825a5f2541" providerId="ADAL" clId="{B52152C9-D366-416A-A47F-FEAF858E22AD}" dt="2026-01-04T14:07:35.682" v="248"/>
          <ac:spMkLst>
            <pc:docMk/>
            <pc:sldMk cId="2109145615" sldId="775"/>
            <ac:spMk id="4" creationId="{0AD6712B-602C-4510-B805-D7B485CA75C2}"/>
          </ac:spMkLst>
        </pc:spChg>
        <pc:spChg chg="mod">
          <ac:chgData name="Manish Kumar Vimal" userId="06cbc775-a6ed-4c06-988c-23825a5f2541" providerId="ADAL" clId="{B52152C9-D366-416A-A47F-FEAF858E22AD}" dt="2026-01-04T13:56:58.961" v="62" actId="20577"/>
          <ac:spMkLst>
            <pc:docMk/>
            <pc:sldMk cId="2109145615" sldId="775"/>
            <ac:spMk id="5" creationId="{909232D0-23F4-E234-708B-5713007BC95D}"/>
          </ac:spMkLst>
        </pc:spChg>
        <pc:spChg chg="del">
          <ac:chgData name="Manish Kumar Vimal" userId="06cbc775-a6ed-4c06-988c-23825a5f2541" providerId="ADAL" clId="{B52152C9-D366-416A-A47F-FEAF858E22AD}" dt="2026-01-04T14:10:20.290" v="257" actId="478"/>
          <ac:spMkLst>
            <pc:docMk/>
            <pc:sldMk cId="2109145615" sldId="775"/>
            <ac:spMk id="6" creationId="{00000000-0000-0000-0000-000000000000}"/>
          </ac:spMkLst>
        </pc:spChg>
        <pc:spChg chg="del">
          <ac:chgData name="Manish Kumar Vimal" userId="06cbc775-a6ed-4c06-988c-23825a5f2541" providerId="ADAL" clId="{B52152C9-D366-416A-A47F-FEAF858E22AD}" dt="2026-01-04T14:10:17.271" v="256" actId="478"/>
          <ac:spMkLst>
            <pc:docMk/>
            <pc:sldMk cId="2109145615" sldId="775"/>
            <ac:spMk id="8" creationId="{41AC4688-14A5-4E99-80B4-202493291CF8}"/>
          </ac:spMkLst>
        </pc:spChg>
      </pc:sldChg>
      <pc:sldChg chg="del">
        <pc:chgData name="Manish Kumar Vimal" userId="06cbc775-a6ed-4c06-988c-23825a5f2541" providerId="ADAL" clId="{B52152C9-D366-416A-A47F-FEAF858E22AD}" dt="2026-01-04T13:55:08.823" v="26" actId="47"/>
        <pc:sldMkLst>
          <pc:docMk/>
          <pc:sldMk cId="1608894426" sldId="776"/>
        </pc:sldMkLst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706519536" sldId="777"/>
        </pc:sldMkLst>
      </pc:sldChg>
      <pc:sldChg chg="addSp delSp modSp mod">
        <pc:chgData name="Manish Kumar Vimal" userId="06cbc775-a6ed-4c06-988c-23825a5f2541" providerId="ADAL" clId="{B52152C9-D366-416A-A47F-FEAF858E22AD}" dt="2026-01-04T14:10:47.335" v="264" actId="14100"/>
        <pc:sldMkLst>
          <pc:docMk/>
          <pc:sldMk cId="538163055" sldId="778"/>
        </pc:sldMkLst>
        <pc:spChg chg="mod">
          <ac:chgData name="Manish Kumar Vimal" userId="06cbc775-a6ed-4c06-988c-23825a5f2541" providerId="ADAL" clId="{B52152C9-D366-416A-A47F-FEAF858E22AD}" dt="2026-01-04T14:07:35.682" v="248"/>
          <ac:spMkLst>
            <pc:docMk/>
            <pc:sldMk cId="538163055" sldId="778"/>
            <ac:spMk id="4" creationId="{4BF9AB9F-61BF-492B-A6CF-4C8FADB5DA18}"/>
          </ac:spMkLst>
        </pc:spChg>
        <pc:spChg chg="del mod">
          <ac:chgData name="Manish Kumar Vimal" userId="06cbc775-a6ed-4c06-988c-23825a5f2541" providerId="ADAL" clId="{B52152C9-D366-416A-A47F-FEAF858E22AD}" dt="2026-01-04T14:10:40.029" v="262" actId="478"/>
          <ac:spMkLst>
            <pc:docMk/>
            <pc:sldMk cId="538163055" sldId="778"/>
            <ac:spMk id="8" creationId="{6AB12C71-7C63-DD66-0BDD-687E22F9F730}"/>
          </ac:spMkLst>
        </pc:spChg>
        <pc:spChg chg="del">
          <ac:chgData name="Manish Kumar Vimal" userId="06cbc775-a6ed-4c06-988c-23825a5f2541" providerId="ADAL" clId="{B52152C9-D366-416A-A47F-FEAF858E22AD}" dt="2026-01-04T14:10:27.176" v="258" actId="478"/>
          <ac:spMkLst>
            <pc:docMk/>
            <pc:sldMk cId="538163055" sldId="778"/>
            <ac:spMk id="15" creationId="{E1CBCDD2-6B0C-4393-8EB2-EE78B37A98D0}"/>
          </ac:spMkLst>
        </pc:spChg>
        <pc:spChg chg="del">
          <ac:chgData name="Manish Kumar Vimal" userId="06cbc775-a6ed-4c06-988c-23825a5f2541" providerId="ADAL" clId="{B52152C9-D366-416A-A47F-FEAF858E22AD}" dt="2026-01-04T14:10:29.587" v="259" actId="478"/>
          <ac:spMkLst>
            <pc:docMk/>
            <pc:sldMk cId="538163055" sldId="778"/>
            <ac:spMk id="16" creationId="{737ADAFF-8071-41C1-B7EA-0D6D398936F7}"/>
          </ac:spMkLst>
        </pc:spChg>
        <pc:grpChg chg="add mod">
          <ac:chgData name="Manish Kumar Vimal" userId="06cbc775-a6ed-4c06-988c-23825a5f2541" providerId="ADAL" clId="{B52152C9-D366-416A-A47F-FEAF858E22AD}" dt="2026-01-04T14:10:47.335" v="264" actId="14100"/>
          <ac:grpSpMkLst>
            <pc:docMk/>
            <pc:sldMk cId="538163055" sldId="778"/>
            <ac:grpSpMk id="2" creationId="{2299949C-2C89-6081-33DE-D050EBA5BE7A}"/>
          </ac:grpSpMkLst>
        </pc:grpChg>
        <pc:picChg chg="mod">
          <ac:chgData name="Manish Kumar Vimal" userId="06cbc775-a6ed-4c06-988c-23825a5f2541" providerId="ADAL" clId="{B52152C9-D366-416A-A47F-FEAF858E22AD}" dt="2026-01-04T13:54:47.345" v="20"/>
          <ac:picMkLst>
            <pc:docMk/>
            <pc:sldMk cId="538163055" sldId="778"/>
            <ac:picMk id="3" creationId="{54441C52-6BE1-C281-9782-2037C0C43124}"/>
          </ac:picMkLst>
        </pc:picChg>
        <pc:picChg chg="mod">
          <ac:chgData name="Manish Kumar Vimal" userId="06cbc775-a6ed-4c06-988c-23825a5f2541" providerId="ADAL" clId="{B52152C9-D366-416A-A47F-FEAF858E22AD}" dt="2026-01-04T13:54:47.345" v="20"/>
          <ac:picMkLst>
            <pc:docMk/>
            <pc:sldMk cId="538163055" sldId="778"/>
            <ac:picMk id="6" creationId="{D4D39C75-B74C-0849-62C6-0C21D47D1F3B}"/>
          </ac:picMkLst>
        </pc:picChg>
        <pc:picChg chg="add del mod">
          <ac:chgData name="Manish Kumar Vimal" userId="06cbc775-a6ed-4c06-988c-23825a5f2541" providerId="ADAL" clId="{B52152C9-D366-416A-A47F-FEAF858E22AD}" dt="2026-01-04T13:55:34.074" v="30" actId="478"/>
          <ac:picMkLst>
            <pc:docMk/>
            <pc:sldMk cId="538163055" sldId="778"/>
            <ac:picMk id="12" creationId="{7FE9E2E0-5EA3-02D5-2102-FF0285EEB835}"/>
          </ac:picMkLst>
        </pc:picChg>
        <pc:picChg chg="mod">
          <ac:chgData name="Manish Kumar Vimal" userId="06cbc775-a6ed-4c06-988c-23825a5f2541" providerId="ADAL" clId="{B52152C9-D366-416A-A47F-FEAF858E22AD}" dt="2026-01-04T13:55:03.792" v="24" actId="1076"/>
          <ac:picMkLst>
            <pc:docMk/>
            <pc:sldMk cId="538163055" sldId="778"/>
            <ac:picMk id="17" creationId="{DB224496-7B41-EC40-EFA3-DA8FF017BB8D}"/>
          </ac:picMkLst>
        </pc:picChg>
        <pc:picChg chg="mod">
          <ac:chgData name="Manish Kumar Vimal" userId="06cbc775-a6ed-4c06-988c-23825a5f2541" providerId="ADAL" clId="{B52152C9-D366-416A-A47F-FEAF858E22AD}" dt="2026-01-04T13:55:01.557" v="23" actId="1076"/>
          <ac:picMkLst>
            <pc:docMk/>
            <pc:sldMk cId="538163055" sldId="778"/>
            <ac:picMk id="27" creationId="{CDCB9BF0-8C23-F1E1-251A-39FEFC2E857A}"/>
          </ac:picMkLst>
        </pc:picChg>
      </pc:sldChg>
      <pc:sldChg chg="addSp delSp modSp add del mod ord">
        <pc:chgData name="Manish Kumar Vimal" userId="06cbc775-a6ed-4c06-988c-23825a5f2541" providerId="ADAL" clId="{B52152C9-D366-416A-A47F-FEAF858E22AD}" dt="2026-01-04T14:10:01.395" v="255" actId="1076"/>
        <pc:sldMkLst>
          <pc:docMk/>
          <pc:sldMk cId="267843892" sldId="779"/>
        </pc:sldMkLst>
        <pc:spChg chg="add mod">
          <ac:chgData name="Manish Kumar Vimal" userId="06cbc775-a6ed-4c06-988c-23825a5f2541" providerId="ADAL" clId="{B52152C9-D366-416A-A47F-FEAF858E22AD}" dt="2026-01-04T14:10:01.395" v="255" actId="1076"/>
          <ac:spMkLst>
            <pc:docMk/>
            <pc:sldMk cId="267843892" sldId="779"/>
            <ac:spMk id="2" creationId="{DAAFF51D-A628-557A-5A6F-20A2E28733D9}"/>
          </ac:spMkLst>
        </pc:spChg>
        <pc:spChg chg="del">
          <ac:chgData name="Manish Kumar Vimal" userId="06cbc775-a6ed-4c06-988c-23825a5f2541" providerId="ADAL" clId="{B52152C9-D366-416A-A47F-FEAF858E22AD}" dt="2026-01-04T13:57:38.441" v="100" actId="478"/>
          <ac:spMkLst>
            <pc:docMk/>
            <pc:sldMk cId="267843892" sldId="779"/>
            <ac:spMk id="4" creationId="{0AD6712B-602C-4510-B805-D7B485CA75C2}"/>
          </ac:spMkLst>
        </pc:spChg>
        <pc:spChg chg="del">
          <ac:chgData name="Manish Kumar Vimal" userId="06cbc775-a6ed-4c06-988c-23825a5f2541" providerId="ADAL" clId="{B52152C9-D366-416A-A47F-FEAF858E22AD}" dt="2026-01-04T13:57:41.199" v="101" actId="478"/>
          <ac:spMkLst>
            <pc:docMk/>
            <pc:sldMk cId="267843892" sldId="779"/>
            <ac:spMk id="6" creationId="{00000000-0000-0000-0000-000000000000}"/>
          </ac:spMkLst>
        </pc:spChg>
        <pc:spChg chg="del">
          <ac:chgData name="Manish Kumar Vimal" userId="06cbc775-a6ed-4c06-988c-23825a5f2541" providerId="ADAL" clId="{B52152C9-D366-416A-A47F-FEAF858E22AD}" dt="2026-01-04T13:57:45.246" v="102" actId="478"/>
          <ac:spMkLst>
            <pc:docMk/>
            <pc:sldMk cId="267843892" sldId="779"/>
            <ac:spMk id="7" creationId="{00000000-0000-0000-0000-000000000000}"/>
          </ac:spMkLst>
        </pc:spChg>
        <pc:spChg chg="mod">
          <ac:chgData name="Manish Kumar Vimal" userId="06cbc775-a6ed-4c06-988c-23825a5f2541" providerId="ADAL" clId="{B52152C9-D366-416A-A47F-FEAF858E22AD}" dt="2026-01-04T13:57:23.283" v="95" actId="20577"/>
          <ac:spMkLst>
            <pc:docMk/>
            <pc:sldMk cId="267843892" sldId="779"/>
            <ac:spMk id="8" creationId="{8DC677A8-0434-4D44-8227-AB1521636807}"/>
          </ac:spMkLst>
        </pc:spChg>
        <pc:spChg chg="del">
          <ac:chgData name="Manish Kumar Vimal" userId="06cbc775-a6ed-4c06-988c-23825a5f2541" providerId="ADAL" clId="{B52152C9-D366-416A-A47F-FEAF858E22AD}" dt="2026-01-04T13:57:29.864" v="97" actId="478"/>
          <ac:spMkLst>
            <pc:docMk/>
            <pc:sldMk cId="267843892" sldId="779"/>
            <ac:spMk id="10" creationId="{CF849210-71C7-135D-32D3-30A16A20CDB6}"/>
          </ac:spMkLst>
        </pc:spChg>
        <pc:spChg chg="add del mod">
          <ac:chgData name="Manish Kumar Vimal" userId="06cbc775-a6ed-4c06-988c-23825a5f2541" providerId="ADAL" clId="{B52152C9-D366-416A-A47F-FEAF858E22AD}" dt="2026-01-04T14:09:53.521" v="253" actId="478"/>
          <ac:spMkLst>
            <pc:docMk/>
            <pc:sldMk cId="267843892" sldId="779"/>
            <ac:spMk id="12" creationId="{7228574A-6967-9536-DDF5-0F9044F2B476}"/>
          </ac:spMkLst>
        </pc:spChg>
        <pc:spChg chg="del">
          <ac:chgData name="Manish Kumar Vimal" userId="06cbc775-a6ed-4c06-988c-23825a5f2541" providerId="ADAL" clId="{B52152C9-D366-416A-A47F-FEAF858E22AD}" dt="2026-01-04T13:57:29.864" v="97" actId="478"/>
          <ac:spMkLst>
            <pc:docMk/>
            <pc:sldMk cId="267843892" sldId="779"/>
            <ac:spMk id="13" creationId="{C7AFBFB5-FF75-C61D-E0E6-A621BBC90A0A}"/>
          </ac:spMkLst>
        </pc:spChg>
        <pc:spChg chg="del">
          <ac:chgData name="Manish Kumar Vimal" userId="06cbc775-a6ed-4c06-988c-23825a5f2541" providerId="ADAL" clId="{B52152C9-D366-416A-A47F-FEAF858E22AD}" dt="2026-01-04T13:57:29.864" v="97" actId="478"/>
          <ac:spMkLst>
            <pc:docMk/>
            <pc:sldMk cId="267843892" sldId="779"/>
            <ac:spMk id="18" creationId="{1FAF3EA2-77E3-2FDB-40CE-F1DB77B9DA3F}"/>
          </ac:spMkLst>
        </pc:spChg>
        <pc:spChg chg="del">
          <ac:chgData name="Manish Kumar Vimal" userId="06cbc775-a6ed-4c06-988c-23825a5f2541" providerId="ADAL" clId="{B52152C9-D366-416A-A47F-FEAF858E22AD}" dt="2026-01-04T13:57:29.864" v="97" actId="478"/>
          <ac:spMkLst>
            <pc:docMk/>
            <pc:sldMk cId="267843892" sldId="779"/>
            <ac:spMk id="21" creationId="{23F50302-E792-C7FE-4FBE-A1AFAEFE1896}"/>
          </ac:spMkLst>
        </pc:spChg>
        <pc:spChg chg="del">
          <ac:chgData name="Manish Kumar Vimal" userId="06cbc775-a6ed-4c06-988c-23825a5f2541" providerId="ADAL" clId="{B52152C9-D366-416A-A47F-FEAF858E22AD}" dt="2026-01-04T13:57:34.318" v="99" actId="478"/>
          <ac:spMkLst>
            <pc:docMk/>
            <pc:sldMk cId="267843892" sldId="779"/>
            <ac:spMk id="25" creationId="{0CE87A9D-ACC3-6274-0864-AF2EFA422A9C}"/>
          </ac:spMkLst>
        </pc:spChg>
        <pc:picChg chg="del">
          <ac:chgData name="Manish Kumar Vimal" userId="06cbc775-a6ed-4c06-988c-23825a5f2541" providerId="ADAL" clId="{B52152C9-D366-416A-A47F-FEAF858E22AD}" dt="2026-01-04T13:57:25.445" v="96" actId="478"/>
          <ac:picMkLst>
            <pc:docMk/>
            <pc:sldMk cId="267843892" sldId="779"/>
            <ac:picMk id="3" creationId="{6F1C0D13-7485-ABDD-2F9A-DC9D5B6AE63E}"/>
          </ac:picMkLst>
        </pc:picChg>
        <pc:picChg chg="del">
          <ac:chgData name="Manish Kumar Vimal" userId="06cbc775-a6ed-4c06-988c-23825a5f2541" providerId="ADAL" clId="{B52152C9-D366-416A-A47F-FEAF858E22AD}" dt="2026-01-04T13:57:29.864" v="97" actId="478"/>
          <ac:picMkLst>
            <pc:docMk/>
            <pc:sldMk cId="267843892" sldId="779"/>
            <ac:picMk id="5" creationId="{1BBCA1E6-B206-89A3-4E2B-7D74F87DC12E}"/>
          </ac:picMkLst>
        </pc:picChg>
        <pc:picChg chg="del">
          <ac:chgData name="Manish Kumar Vimal" userId="06cbc775-a6ed-4c06-988c-23825a5f2541" providerId="ADAL" clId="{B52152C9-D366-416A-A47F-FEAF858E22AD}" dt="2026-01-04T14:09:54.951" v="254" actId="478"/>
          <ac:picMkLst>
            <pc:docMk/>
            <pc:sldMk cId="267843892" sldId="779"/>
            <ac:picMk id="15" creationId="{6A7F8CCF-FD6B-F46F-D588-F1BED9ACFC64}"/>
          </ac:picMkLst>
        </pc:picChg>
        <pc:cxnChg chg="del">
          <ac:chgData name="Manish Kumar Vimal" userId="06cbc775-a6ed-4c06-988c-23825a5f2541" providerId="ADAL" clId="{B52152C9-D366-416A-A47F-FEAF858E22AD}" dt="2026-01-04T13:57:29.864" v="97" actId="478"/>
          <ac:cxnSpMkLst>
            <pc:docMk/>
            <pc:sldMk cId="267843892" sldId="779"/>
            <ac:cxnSpMk id="9" creationId="{116E55D9-F0BE-B4F2-6DAE-70C357334099}"/>
          </ac:cxnSpMkLst>
        </pc:cxnChg>
        <pc:cxnChg chg="del">
          <ac:chgData name="Manish Kumar Vimal" userId="06cbc775-a6ed-4c06-988c-23825a5f2541" providerId="ADAL" clId="{B52152C9-D366-416A-A47F-FEAF858E22AD}" dt="2026-01-04T13:57:29.864" v="97" actId="478"/>
          <ac:cxnSpMkLst>
            <pc:docMk/>
            <pc:sldMk cId="267843892" sldId="779"/>
            <ac:cxnSpMk id="11" creationId="{8633D1C5-EFDA-F800-1205-5189854A30CE}"/>
          </ac:cxnSpMkLst>
        </pc:cxnChg>
        <pc:cxnChg chg="del">
          <ac:chgData name="Manish Kumar Vimal" userId="06cbc775-a6ed-4c06-988c-23825a5f2541" providerId="ADAL" clId="{B52152C9-D366-416A-A47F-FEAF858E22AD}" dt="2026-01-04T13:57:29.864" v="97" actId="478"/>
          <ac:cxnSpMkLst>
            <pc:docMk/>
            <pc:sldMk cId="267843892" sldId="779"/>
            <ac:cxnSpMk id="14" creationId="{18F76124-8AA8-5E6E-A461-E85E915D5D3F}"/>
          </ac:cxnSpMkLst>
        </pc:cxnChg>
        <pc:cxnChg chg="del">
          <ac:chgData name="Manish Kumar Vimal" userId="06cbc775-a6ed-4c06-988c-23825a5f2541" providerId="ADAL" clId="{B52152C9-D366-416A-A47F-FEAF858E22AD}" dt="2026-01-04T13:57:29.864" v="97" actId="478"/>
          <ac:cxnSpMkLst>
            <pc:docMk/>
            <pc:sldMk cId="267843892" sldId="779"/>
            <ac:cxnSpMk id="19" creationId="{6614E237-1EC4-33F9-397E-CD8693904D47}"/>
          </ac:cxnSpMkLst>
        </pc:cxnChg>
        <pc:cxnChg chg="del">
          <ac:chgData name="Manish Kumar Vimal" userId="06cbc775-a6ed-4c06-988c-23825a5f2541" providerId="ADAL" clId="{B52152C9-D366-416A-A47F-FEAF858E22AD}" dt="2026-01-04T13:57:31.670" v="98" actId="478"/>
          <ac:cxnSpMkLst>
            <pc:docMk/>
            <pc:sldMk cId="267843892" sldId="779"/>
            <ac:cxnSpMk id="22" creationId="{B9593AC7-653D-5FEF-9765-85209D212001}"/>
          </ac:cxnSpMkLst>
        </pc:cxnChg>
      </pc:sldChg>
      <pc:sldChg chg="del">
        <pc:chgData name="Manish Kumar Vimal" userId="06cbc775-a6ed-4c06-988c-23825a5f2541" providerId="ADAL" clId="{B52152C9-D366-416A-A47F-FEAF858E22AD}" dt="2026-01-04T13:56:48.421" v="42" actId="47"/>
        <pc:sldMkLst>
          <pc:docMk/>
          <pc:sldMk cId="1891584308" sldId="780"/>
        </pc:sldMkLst>
      </pc:sldChg>
      <pc:sldChg chg="delSp modSp add mod">
        <pc:chgData name="Manish Kumar Vimal" userId="06cbc775-a6ed-4c06-988c-23825a5f2541" providerId="ADAL" clId="{B52152C9-D366-416A-A47F-FEAF858E22AD}" dt="2026-01-04T14:11:15.702" v="270" actId="478"/>
        <pc:sldMkLst>
          <pc:docMk/>
          <pc:sldMk cId="4165766785" sldId="780"/>
        </pc:sldMkLst>
        <pc:spChg chg="mod">
          <ac:chgData name="Manish Kumar Vimal" userId="06cbc775-a6ed-4c06-988c-23825a5f2541" providerId="ADAL" clId="{B52152C9-D366-416A-A47F-FEAF858E22AD}" dt="2026-01-04T14:07:35.682" v="248"/>
          <ac:spMkLst>
            <pc:docMk/>
            <pc:sldMk cId="4165766785" sldId="780"/>
            <ac:spMk id="4" creationId="{9FF55B37-8E2A-DE2D-2613-D8C62298736C}"/>
          </ac:spMkLst>
        </pc:spChg>
        <pc:spChg chg="del">
          <ac:chgData name="Manish Kumar Vimal" userId="06cbc775-a6ed-4c06-988c-23825a5f2541" providerId="ADAL" clId="{B52152C9-D366-416A-A47F-FEAF858E22AD}" dt="2026-01-04T14:11:15.702" v="270" actId="478"/>
          <ac:spMkLst>
            <pc:docMk/>
            <pc:sldMk cId="4165766785" sldId="780"/>
            <ac:spMk id="6" creationId="{8C4FD5F2-61D4-0A6C-9291-C7132AF91451}"/>
          </ac:spMkLst>
        </pc:spChg>
        <pc:spChg chg="del">
          <ac:chgData name="Manish Kumar Vimal" userId="06cbc775-a6ed-4c06-988c-23825a5f2541" providerId="ADAL" clId="{B52152C9-D366-416A-A47F-FEAF858E22AD}" dt="2026-01-04T14:11:12.829" v="269" actId="478"/>
          <ac:spMkLst>
            <pc:docMk/>
            <pc:sldMk cId="4165766785" sldId="780"/>
            <ac:spMk id="7" creationId="{63974CAC-906F-C8FE-C50F-BA9481636EAD}"/>
          </ac:spMkLst>
        </pc:spChg>
      </pc:sldChg>
      <pc:sldChg chg="addSp delSp modSp new mod">
        <pc:chgData name="Manish Kumar Vimal" userId="06cbc775-a6ed-4c06-988c-23825a5f2541" providerId="ADAL" clId="{B52152C9-D366-416A-A47F-FEAF858E22AD}" dt="2026-01-04T14:11:52.073" v="276" actId="1076"/>
        <pc:sldMkLst>
          <pc:docMk/>
          <pc:sldMk cId="2376249744" sldId="781"/>
        </pc:sldMkLst>
        <pc:spChg chg="del">
          <ac:chgData name="Manish Kumar Vimal" userId="06cbc775-a6ed-4c06-988c-23825a5f2541" providerId="ADAL" clId="{B52152C9-D366-416A-A47F-FEAF858E22AD}" dt="2026-01-04T14:06:00.810" v="233" actId="478"/>
          <ac:spMkLst>
            <pc:docMk/>
            <pc:sldMk cId="2376249744" sldId="781"/>
            <ac:spMk id="2" creationId="{46879830-E378-B259-8EBB-0FB92C6DAA35}"/>
          </ac:spMkLst>
        </pc:spChg>
        <pc:spChg chg="del">
          <ac:chgData name="Manish Kumar Vimal" userId="06cbc775-a6ed-4c06-988c-23825a5f2541" providerId="ADAL" clId="{B52152C9-D366-416A-A47F-FEAF858E22AD}" dt="2026-01-04T14:06:06.758" v="234" actId="478"/>
          <ac:spMkLst>
            <pc:docMk/>
            <pc:sldMk cId="2376249744" sldId="781"/>
            <ac:spMk id="3" creationId="{F5C58F1C-19F8-5143-1CB2-F22C689843EC}"/>
          </ac:spMkLst>
        </pc:spChg>
        <pc:spChg chg="mod">
          <ac:chgData name="Manish Kumar Vimal" userId="06cbc775-a6ed-4c06-988c-23825a5f2541" providerId="ADAL" clId="{B52152C9-D366-416A-A47F-FEAF858E22AD}" dt="2026-01-04T14:07:35.682" v="248"/>
          <ac:spMkLst>
            <pc:docMk/>
            <pc:sldMk cId="2376249744" sldId="781"/>
            <ac:spMk id="4" creationId="{BA8A6054-D15F-BA24-46AD-7A05B8C6A3E7}"/>
          </ac:spMkLst>
        </pc:spChg>
        <pc:spChg chg="add mod">
          <ac:chgData name="Manish Kumar Vimal" userId="06cbc775-a6ed-4c06-988c-23825a5f2541" providerId="ADAL" clId="{B52152C9-D366-416A-A47F-FEAF858E22AD}" dt="2026-01-04T14:11:52.073" v="276" actId="1076"/>
          <ac:spMkLst>
            <pc:docMk/>
            <pc:sldMk cId="2376249744" sldId="781"/>
            <ac:spMk id="6" creationId="{CAEE58AD-F668-219C-51F3-A06915881821}"/>
          </ac:spMkLst>
        </pc:spChg>
      </pc:sldChg>
      <pc:sldChg chg="add del">
        <pc:chgData name="Manish Kumar Vimal" userId="06cbc775-a6ed-4c06-988c-23825a5f2541" providerId="ADAL" clId="{B52152C9-D366-416A-A47F-FEAF858E22AD}" dt="2026-01-04T14:11:44.208" v="275" actId="47"/>
        <pc:sldMkLst>
          <pc:docMk/>
          <pc:sldMk cId="2791204776" sldId="782"/>
        </pc:sldMkLst>
      </pc:sldChg>
      <pc:sldChg chg="del">
        <pc:chgData name="Manish Kumar Vimal" userId="06cbc775-a6ed-4c06-988c-23825a5f2541" providerId="ADAL" clId="{B52152C9-D366-416A-A47F-FEAF858E22AD}" dt="2026-01-04T13:53:59.198" v="16" actId="47"/>
        <pc:sldMkLst>
          <pc:docMk/>
          <pc:sldMk cId="2940827569" sldId="782"/>
        </pc:sldMkLst>
      </pc:sldChg>
      <pc:sldChg chg="new del">
        <pc:chgData name="Manish Kumar Vimal" userId="06cbc775-a6ed-4c06-988c-23825a5f2541" providerId="ADAL" clId="{B52152C9-D366-416A-A47F-FEAF858E22AD}" dt="2026-01-04T14:08:00.186" v="250" actId="680"/>
        <pc:sldMkLst>
          <pc:docMk/>
          <pc:sldMk cId="3561449583" sldId="782"/>
        </pc:sldMkLst>
      </pc:sldChg>
      <pc:sldChg chg="del">
        <pc:chgData name="Manish Kumar Vimal" userId="06cbc775-a6ed-4c06-988c-23825a5f2541" providerId="ADAL" clId="{B52152C9-D366-416A-A47F-FEAF858E22AD}" dt="2026-01-04T13:54:14.088" v="18" actId="47"/>
        <pc:sldMkLst>
          <pc:docMk/>
          <pc:sldMk cId="2458417643" sldId="783"/>
        </pc:sldMkLst>
      </pc:sldChg>
      <pc:sldChg chg="del">
        <pc:chgData name="Manish Kumar Vimal" userId="06cbc775-a6ed-4c06-988c-23825a5f2541" providerId="ADAL" clId="{B52152C9-D366-416A-A47F-FEAF858E22AD}" dt="2026-01-04T13:53:30.202" v="15" actId="47"/>
        <pc:sldMkLst>
          <pc:docMk/>
          <pc:sldMk cId="1726800311" sldId="784"/>
        </pc:sldMkLst>
      </pc:sldChg>
      <pc:sldChg chg="del">
        <pc:chgData name="Manish Kumar Vimal" userId="06cbc775-a6ed-4c06-988c-23825a5f2541" providerId="ADAL" clId="{B52152C9-D366-416A-A47F-FEAF858E22AD}" dt="2026-01-04T13:53:59.198" v="16" actId="47"/>
        <pc:sldMkLst>
          <pc:docMk/>
          <pc:sldMk cId="2894450795" sldId="785"/>
        </pc:sldMkLst>
      </pc:sldChg>
      <pc:sldChg chg="del">
        <pc:chgData name="Manish Kumar Vimal" userId="06cbc775-a6ed-4c06-988c-23825a5f2541" providerId="ADAL" clId="{B52152C9-D366-416A-A47F-FEAF858E22AD}" dt="2026-01-04T13:53:59.198" v="16" actId="47"/>
        <pc:sldMkLst>
          <pc:docMk/>
          <pc:sldMk cId="3619993675" sldId="7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67A149-2B7F-482F-A4A3-86DD9878C2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55EB6C-E06B-418B-909E-10D6FFECE4F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5C2D69-A7AF-4212-9033-631CD9B00179}" type="datetimeFigureOut">
              <a:rPr lang="en-IN"/>
              <a:pPr>
                <a:defRPr/>
              </a:pPr>
              <a:t>04-01-2026</a:t>
            </a:fld>
            <a:endParaRPr lang="en-IN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C85B893-824E-4232-8DD0-438A0C9FC2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60AE0E4-E031-4627-9D9F-976259728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C67AC-AC6B-40CF-B8F7-B4BBD615FE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3132-6524-4094-BF4B-F0A264B1B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E9C78FC-4299-405F-A048-A1053058BF59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0601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13906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74262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8756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5663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804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7756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0204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89514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80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95527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9809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399541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46951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01357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72988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67932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1835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21640F-D064-4E92-8B17-85D4F551E775}"/>
              </a:ext>
            </a:extLst>
          </p:cNvPr>
          <p:cNvSpPr/>
          <p:nvPr/>
        </p:nvSpPr>
        <p:spPr>
          <a:xfrm>
            <a:off x="0" y="0"/>
            <a:ext cx="12192000" cy="12922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84D0D7-C604-4BDC-A6DE-F501F57E9E07}"/>
              </a:ext>
            </a:extLst>
          </p:cNvPr>
          <p:cNvSpPr/>
          <p:nvPr/>
        </p:nvSpPr>
        <p:spPr>
          <a:xfrm>
            <a:off x="382588" y="0"/>
            <a:ext cx="1303337" cy="127476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DE0AFF-31C8-456F-8A76-515BF4451A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63" y="273086"/>
            <a:ext cx="1060009" cy="69977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77402A-9AB5-437C-8F22-7FC8D1E0BB4D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09600" y="6478588"/>
            <a:ext cx="98171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 descr="grey logo.png">
            <a:extLst>
              <a:ext uri="{FF2B5EF4-FFF2-40B4-BE49-F238E27FC236}">
                <a16:creationId xmlns:a16="http://schemas.microsoft.com/office/drawing/2014/main" id="{88E75CD3-DEDE-4A06-8270-2AD2863A7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700" y="6386513"/>
            <a:ext cx="11557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C5064C-1DC8-4312-8093-807D5BDE44A8}"/>
              </a:ext>
            </a:extLst>
          </p:cNvPr>
          <p:cNvCxnSpPr>
            <a:cxnSpLocks/>
          </p:cNvCxnSpPr>
          <p:nvPr/>
        </p:nvCxnSpPr>
        <p:spPr>
          <a:xfrm>
            <a:off x="0" y="1290638"/>
            <a:ext cx="1219200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3BDF07-9C6F-45C8-9209-A1303795D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1"/>
            <a:ext cx="10972800" cy="452596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 sz="1800">
                <a:latin typeface="Century Gothic" pitchFamily="34" charset="0"/>
              </a:defRPr>
            </a:lvl1pPr>
            <a:lvl2pPr marL="800100" indent="-342900">
              <a:lnSpc>
                <a:spcPct val="100000"/>
              </a:lnSpc>
              <a:buFont typeface="Century Gothic" pitchFamily="34" charset="0"/>
              <a:buChar char="−"/>
              <a:defRPr sz="1400">
                <a:latin typeface="Century Gothic" pitchFamily="34" charset="0"/>
              </a:defRPr>
            </a:lvl2pPr>
            <a:lvl3pPr>
              <a:lnSpc>
                <a:spcPct val="100000"/>
              </a:lnSpc>
              <a:defRPr sz="1200">
                <a:latin typeface="Century Gothic" pitchFamily="34" charset="0"/>
              </a:defRPr>
            </a:lvl3pPr>
            <a:lvl4pPr>
              <a:lnSpc>
                <a:spcPct val="100000"/>
              </a:lnSpc>
              <a:defRPr>
                <a:latin typeface="Century Gothic" pitchFamily="34" charset="0"/>
              </a:defRPr>
            </a:lvl4pPr>
            <a:lvl5pPr>
              <a:lnSpc>
                <a:spcPct val="100000"/>
              </a:lnSpc>
              <a:defRPr>
                <a:latin typeface="Century Gothic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C7D508F1-505B-4136-8815-12841E9B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154" y="304800"/>
            <a:ext cx="9883374" cy="960438"/>
          </a:xfrm>
          <a:prstGeom prst="rect">
            <a:avLst/>
          </a:prstGeom>
          <a:noFill/>
        </p:spPr>
        <p:txBody>
          <a:bodyPr anchor="ctr" anchorCtr="0"/>
          <a:lstStyle>
            <a:lvl1pPr algn="l">
              <a:defRPr sz="2800" baseline="0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3779479-61A2-4F5E-A957-E13D67AA18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492875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59509746-2911-4E5B-99B3-35166E188B7C}" type="datetime1">
              <a:rPr lang="en-US"/>
              <a:pPr>
                <a:defRPr/>
              </a:pPr>
              <a:t>1/4/2026</a:t>
            </a:fld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F6FB1FA-FEFA-4AA0-8445-9B897F1DC6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0800" y="6492875"/>
            <a:ext cx="2844800" cy="365125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89C839C3-9EC8-4508-A9B1-CE7D3B3FCC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67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E786C4-C3FB-4E45-B0F3-2EA735DD3CD7}"/>
              </a:ext>
            </a:extLst>
          </p:cNvPr>
          <p:cNvSpPr/>
          <p:nvPr/>
        </p:nvSpPr>
        <p:spPr>
          <a:xfrm>
            <a:off x="0" y="0"/>
            <a:ext cx="12192000" cy="12922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BEA6EF-44AF-43D4-AB7B-7666C174B13D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09600" y="6478588"/>
            <a:ext cx="98171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 descr="grey logo.png">
            <a:extLst>
              <a:ext uri="{FF2B5EF4-FFF2-40B4-BE49-F238E27FC236}">
                <a16:creationId xmlns:a16="http://schemas.microsoft.com/office/drawing/2014/main" id="{C6346070-8040-4405-BCB0-2C04E7892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700" y="6386513"/>
            <a:ext cx="11557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95853D-E64D-40BB-899A-C59994FB4EC3}"/>
              </a:ext>
            </a:extLst>
          </p:cNvPr>
          <p:cNvCxnSpPr>
            <a:cxnSpLocks/>
          </p:cNvCxnSpPr>
          <p:nvPr/>
        </p:nvCxnSpPr>
        <p:spPr>
          <a:xfrm>
            <a:off x="609600" y="6478588"/>
            <a:ext cx="98171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4E4153-82F9-4DDD-9C7F-64DB7FFE42FC}"/>
              </a:ext>
            </a:extLst>
          </p:cNvPr>
          <p:cNvCxnSpPr>
            <a:cxnSpLocks/>
          </p:cNvCxnSpPr>
          <p:nvPr/>
        </p:nvCxnSpPr>
        <p:spPr>
          <a:xfrm>
            <a:off x="0" y="1290638"/>
            <a:ext cx="1219200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6">
            <a:extLst>
              <a:ext uri="{FF2B5EF4-FFF2-40B4-BE49-F238E27FC236}">
                <a16:creationId xmlns:a16="http://schemas.microsoft.com/office/drawing/2014/main" id="{0EDD5E65-A859-49A5-9B21-C92EB9EDF6B3}"/>
              </a:ext>
            </a:extLst>
          </p:cNvPr>
          <p:cNvGrpSpPr>
            <a:grpSpLocks/>
          </p:cNvGrpSpPr>
          <p:nvPr/>
        </p:nvGrpSpPr>
        <p:grpSpPr bwMode="auto">
          <a:xfrm>
            <a:off x="382588" y="-19050"/>
            <a:ext cx="1303337" cy="1293813"/>
            <a:chOff x="10614635" y="-19081"/>
            <a:chExt cx="1303329" cy="129449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5895B06-A45F-44FA-BCFB-A3704CAACE61}"/>
                </a:ext>
              </a:extLst>
            </p:cNvPr>
            <p:cNvSpPr/>
            <p:nvPr/>
          </p:nvSpPr>
          <p:spPr>
            <a:xfrm>
              <a:off x="10614635" y="-19081"/>
              <a:ext cx="1303329" cy="129449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8E98B15-2E50-4743-908F-351701C23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36294" y="273086"/>
              <a:ext cx="1060009" cy="699771"/>
            </a:xfrm>
            <a:prstGeom prst="rect">
              <a:avLst/>
            </a:prstGeom>
          </p:spPr>
        </p:pic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3BDF07-9C6F-45C8-9209-A1303795D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1"/>
            <a:ext cx="10972800" cy="452596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 sz="1800">
                <a:latin typeface="Century Gothic" pitchFamily="34" charset="0"/>
              </a:defRPr>
            </a:lvl1pPr>
            <a:lvl2pPr marL="800100" indent="-342900">
              <a:lnSpc>
                <a:spcPct val="100000"/>
              </a:lnSpc>
              <a:buFont typeface="Century Gothic" pitchFamily="34" charset="0"/>
              <a:buChar char="−"/>
              <a:defRPr sz="1400">
                <a:latin typeface="Century Gothic" pitchFamily="34" charset="0"/>
              </a:defRPr>
            </a:lvl2pPr>
            <a:lvl3pPr>
              <a:lnSpc>
                <a:spcPct val="100000"/>
              </a:lnSpc>
              <a:defRPr sz="1200">
                <a:latin typeface="Century Gothic" pitchFamily="34" charset="0"/>
              </a:defRPr>
            </a:lvl3pPr>
            <a:lvl4pPr>
              <a:lnSpc>
                <a:spcPct val="100000"/>
              </a:lnSpc>
              <a:defRPr>
                <a:latin typeface="Century Gothic" pitchFamily="34" charset="0"/>
              </a:defRPr>
            </a:lvl4pPr>
            <a:lvl5pPr>
              <a:lnSpc>
                <a:spcPct val="100000"/>
              </a:lnSpc>
              <a:defRPr>
                <a:latin typeface="Century Gothic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CF984B-6305-432C-953A-73C98C5F9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154" y="304800"/>
            <a:ext cx="9883374" cy="960438"/>
          </a:xfrm>
          <a:prstGeom prst="rect">
            <a:avLst/>
          </a:prstGeom>
          <a:noFill/>
        </p:spPr>
        <p:txBody>
          <a:bodyPr anchor="ctr" anchorCtr="0"/>
          <a:lstStyle>
            <a:lvl1pPr algn="l">
              <a:defRPr sz="2800" baseline="0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51F317B-0CC7-46FB-853D-765B4763A0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492875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D66967F7-7129-47BB-A084-7A8737D97323}" type="datetime1">
              <a:rPr lang="en-US"/>
              <a:pPr>
                <a:defRPr/>
              </a:pPr>
              <a:t>1/4/2026</a:t>
            </a:fld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7F3A9C9-B30A-4A4F-B22D-048123EB14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0800" y="6492875"/>
            <a:ext cx="2844800" cy="365125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406E7EF8-A07B-476A-9907-1ABC3EAF30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5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776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662" r:id="rId1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microsoft.com/office/2007/relationships/hdphoto" Target="../media/hdphoto4.wdp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11" Type="http://schemas.microsoft.com/office/2007/relationships/hdphoto" Target="../media/hdphoto3.wdp"/><Relationship Id="rId5" Type="http://schemas.openxmlformats.org/officeDocument/2006/relationships/image" Target="../media/image11.png"/><Relationship Id="rId1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jpeg"/><Relationship Id="rId3" Type="http://schemas.openxmlformats.org/officeDocument/2006/relationships/image" Target="../media/image20.png"/><Relationship Id="rId7" Type="http://schemas.microsoft.com/office/2007/relationships/hdphoto" Target="../media/hdphoto5.wdp"/><Relationship Id="rId12" Type="http://schemas.openxmlformats.org/officeDocument/2006/relationships/image" Target="../media/image27.png"/><Relationship Id="rId2" Type="http://schemas.openxmlformats.org/officeDocument/2006/relationships/image" Target="../media/image19.jpe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png"/><Relationship Id="rId11" Type="http://schemas.microsoft.com/office/2007/relationships/hdphoto" Target="../media/hdphoto6.wdp"/><Relationship Id="rId5" Type="http://schemas.openxmlformats.org/officeDocument/2006/relationships/image" Target="../media/image22.png"/><Relationship Id="rId15" Type="http://schemas.openxmlformats.org/officeDocument/2006/relationships/image" Target="../media/image30.png"/><Relationship Id="rId10" Type="http://schemas.openxmlformats.org/officeDocument/2006/relationships/image" Target="../media/image26.png"/><Relationship Id="rId4" Type="http://schemas.openxmlformats.org/officeDocument/2006/relationships/image" Target="../media/image21.jpg"/><Relationship Id="rId9" Type="http://schemas.openxmlformats.org/officeDocument/2006/relationships/image" Target="../media/image25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5.png"/><Relationship Id="rId3" Type="http://schemas.microsoft.com/office/2007/relationships/hdphoto" Target="../media/hdphoto7.wdp"/><Relationship Id="rId7" Type="http://schemas.microsoft.com/office/2007/relationships/hdphoto" Target="../media/hdphoto5.wdp"/><Relationship Id="rId12" Type="http://schemas.openxmlformats.org/officeDocument/2006/relationships/image" Target="../media/image2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png"/><Relationship Id="rId11" Type="http://schemas.openxmlformats.org/officeDocument/2006/relationships/image" Target="../media/image35.png"/><Relationship Id="rId5" Type="http://schemas.openxmlformats.org/officeDocument/2006/relationships/image" Target="../media/image22.png"/><Relationship Id="rId10" Type="http://schemas.microsoft.com/office/2007/relationships/hdphoto" Target="../media/hdphoto6.wdp"/><Relationship Id="rId4" Type="http://schemas.openxmlformats.org/officeDocument/2006/relationships/image" Target="../media/image33.jpeg"/><Relationship Id="rId9" Type="http://schemas.openxmlformats.org/officeDocument/2006/relationships/image" Target="../media/image26.png"/><Relationship Id="rId1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8DC677A8-0434-4D44-8227-AB1521636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226" y="119390"/>
            <a:ext cx="9883374" cy="960438"/>
          </a:xfrm>
        </p:spPr>
        <p:txBody>
          <a:bodyPr/>
          <a:lstStyle/>
          <a:p>
            <a:r>
              <a:rPr lang="en-US" sz="4000" b="1" dirty="0">
                <a:latin typeface="Arial Nova" panose="020B0504020202020204" pitchFamily="34" charset="0"/>
              </a:rPr>
              <a:t>What is Pump</a:t>
            </a:r>
            <a:endParaRPr lang="en-IN" sz="4000" b="1" dirty="0">
              <a:latin typeface="Arial Nova" panose="020B05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AFF51D-A628-557A-5A6F-20A2E28733D9}"/>
              </a:ext>
            </a:extLst>
          </p:cNvPr>
          <p:cNvSpPr txBox="1"/>
          <p:nvPr/>
        </p:nvSpPr>
        <p:spPr>
          <a:xfrm>
            <a:off x="1026922" y="957673"/>
            <a:ext cx="865740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N" dirty="0"/>
              <a:t>Pump </a:t>
            </a:r>
            <a:r>
              <a:rPr lang="en-IN" b="1" dirty="0"/>
              <a:t>Introduction</a:t>
            </a:r>
          </a:p>
          <a:p>
            <a:r>
              <a:rPr lang="en-IN" dirty="0"/>
              <a:t>Working of pump</a:t>
            </a:r>
          </a:p>
          <a:p>
            <a:pPr fontAlgn="base"/>
            <a:r>
              <a:rPr lang="en-US" b="1" dirty="0"/>
              <a:t>Classification of Water Pumps</a:t>
            </a:r>
          </a:p>
          <a:p>
            <a:pPr fontAlgn="base"/>
            <a:r>
              <a:rPr lang="en-US" b="1" dirty="0"/>
              <a:t>Based on Application</a:t>
            </a:r>
          </a:p>
          <a:p>
            <a:pPr fontAlgn="base"/>
            <a:r>
              <a:rPr lang="en-US" b="1" dirty="0"/>
              <a:t>Domestic Water Pumps</a:t>
            </a:r>
            <a:br>
              <a:rPr lang="en-US" dirty="0"/>
            </a:br>
            <a:r>
              <a:rPr lang="en-US" dirty="0"/>
              <a:t>Domestic pumps are designed to meet household water supply needs, including pumping water from wells, boosting pressure for plumbing systems, and managing wastewater. Examples include:</a:t>
            </a:r>
          </a:p>
          <a:p>
            <a:pPr lvl="1" fontAlgn="base"/>
            <a:r>
              <a:rPr lang="en-US" dirty="0"/>
              <a:t>Booster Pumps for increasing water pressure.</a:t>
            </a:r>
          </a:p>
          <a:p>
            <a:pPr lvl="1" fontAlgn="base"/>
            <a:r>
              <a:rPr lang="en-US" dirty="0"/>
              <a:t>Sump Pumps for basement drainage.</a:t>
            </a:r>
          </a:p>
          <a:p>
            <a:pPr fontAlgn="base"/>
            <a:r>
              <a:rPr lang="en-US" b="1" dirty="0"/>
              <a:t>Industrial Water Pumps</a:t>
            </a:r>
            <a:br>
              <a:rPr lang="en-US" dirty="0"/>
            </a:br>
            <a:r>
              <a:rPr lang="en-US" dirty="0"/>
              <a:t>Industrial pumps are built to handle large volumes of water or specialized tasks such as chemical processing, wastewater treatment, and cooling systems. High-pressure pumps are common in this category.</a:t>
            </a:r>
          </a:p>
          <a:p>
            <a:pPr fontAlgn="base"/>
            <a:r>
              <a:rPr lang="en-US" b="1" dirty="0"/>
              <a:t>Agricultural Water Pumps</a:t>
            </a:r>
            <a:br>
              <a:rPr lang="en-US" dirty="0"/>
            </a:br>
            <a:r>
              <a:rPr lang="en-US" dirty="0"/>
              <a:t>These pumps are tailored for irrigation and water distribution in farming. Examples include submersible pumps for drawing water from borewells and centrifugal pumps for irrigation canals.</a:t>
            </a:r>
          </a:p>
          <a:p>
            <a:pPr fontAlgn="base"/>
            <a:r>
              <a:rPr lang="en-US" b="1" dirty="0"/>
              <a:t>Construction Water Pumps</a:t>
            </a:r>
            <a:br>
              <a:rPr lang="en-US" dirty="0"/>
            </a:br>
            <a:r>
              <a:rPr lang="en-US" dirty="0"/>
              <a:t>Construction sites often require pumps for dewatering, managing floods, or supplying water for specific tasks like concrete mixing.</a:t>
            </a:r>
          </a:p>
          <a:p>
            <a:pPr fontAlgn="base"/>
            <a:endParaRPr lang="en-US" b="1" dirty="0"/>
          </a:p>
          <a:p>
            <a:r>
              <a:rPr lang="en-IN" dirty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6784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A6054-D15F-BA24-46AD-7A05B8C6A3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Page </a:t>
            </a:r>
            <a:fld id="{89C839C3-9EC8-4508-A9B1-CE7D3B3FCCD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EE58AD-F668-219C-51F3-A06915881821}"/>
              </a:ext>
            </a:extLst>
          </p:cNvPr>
          <p:cNvSpPr txBox="1"/>
          <p:nvPr/>
        </p:nvSpPr>
        <p:spPr>
          <a:xfrm>
            <a:off x="654627" y="617354"/>
            <a:ext cx="8614063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Applications of Different Types of Water Pumps</a:t>
            </a:r>
            <a:endParaRPr lang="en-US" b="1" i="0" dirty="0">
              <a:solidFill>
                <a:srgbClr val="333333"/>
              </a:solidFill>
              <a:effectLst/>
              <a:latin typeface="Montserrat" panose="00000500000000000000" pitchFamily="2" charset="0"/>
            </a:endParaRPr>
          </a:p>
          <a:p>
            <a:pPr algn="l" fontAlgn="base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Domestic Applications</a:t>
            </a:r>
            <a:endParaRPr lang="en-US" b="1" i="0" dirty="0">
              <a:solidFill>
                <a:srgbClr val="333333"/>
              </a:solidFill>
              <a:effectLst/>
              <a:latin typeface="Montserrat" panose="00000500000000000000" pitchFamily="2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inherit"/>
              </a:rPr>
              <a:t>Providing water supply for daily household needs.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inherit"/>
              </a:rPr>
              <a:t>Enhancing water pressure for showers, taps, and appliances.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inherit"/>
              </a:rPr>
              <a:t>Managing wastewater through sump or sewage pumps.</a:t>
            </a:r>
          </a:p>
          <a:p>
            <a:pPr algn="l" fontAlgn="base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Industrial Applications</a:t>
            </a:r>
            <a:endParaRPr lang="en-US" b="1" i="0" dirty="0">
              <a:solidFill>
                <a:srgbClr val="333333"/>
              </a:solidFill>
              <a:effectLst/>
              <a:latin typeface="Montserrat" panose="00000500000000000000" pitchFamily="2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inherit"/>
              </a:rPr>
              <a:t>Circulating water in cooling systems.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inherit"/>
              </a:rPr>
              <a:t>Transporting chemicals and liquids in manufacturing processes.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inherit"/>
              </a:rPr>
              <a:t>Dewatering in mining and construction.</a:t>
            </a:r>
          </a:p>
          <a:p>
            <a:pPr algn="l" fontAlgn="base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Agricultural Applications</a:t>
            </a:r>
            <a:endParaRPr lang="en-US" b="1" i="0" dirty="0">
              <a:solidFill>
                <a:srgbClr val="333333"/>
              </a:solidFill>
              <a:effectLst/>
              <a:latin typeface="Montserrat" panose="00000500000000000000" pitchFamily="2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inherit"/>
              </a:rPr>
              <a:t>Supporting drip irrigation and sprinkler systems.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inherit"/>
              </a:rPr>
              <a:t>Drawing water from wells, rivers, or reservoirs.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inherit"/>
              </a:rPr>
              <a:t>Managing large-scale irrigation for crops.</a:t>
            </a:r>
          </a:p>
          <a:p>
            <a:pPr algn="l" fontAlgn="base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Construction Applications</a:t>
            </a:r>
            <a:endParaRPr lang="en-US" b="1" i="0" dirty="0">
              <a:solidFill>
                <a:srgbClr val="333333"/>
              </a:solidFill>
              <a:effectLst/>
              <a:latin typeface="Montserrat" panose="00000500000000000000" pitchFamily="2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inherit"/>
              </a:rPr>
              <a:t>Removing water from flooded areas or excavation sites.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inherit"/>
              </a:rPr>
              <a:t>Supplying water for construction activities like concrete mixing.</a:t>
            </a:r>
          </a:p>
        </p:txBody>
      </p:sp>
    </p:spTree>
    <p:extLst>
      <p:ext uri="{BB962C8B-B14F-4D97-AF65-F5344CB8AC3E}">
        <p14:creationId xmlns:p14="http://schemas.microsoft.com/office/powerpoint/2010/main" val="2376249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8DC677A8-0434-4D44-8227-AB1521636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226" y="119390"/>
            <a:ext cx="9883374" cy="960438"/>
          </a:xfrm>
        </p:spPr>
        <p:txBody>
          <a:bodyPr/>
          <a:lstStyle/>
          <a:p>
            <a:r>
              <a:rPr lang="en-US" sz="4000" b="1" dirty="0">
                <a:latin typeface="Arial Nova" panose="020B0504020202020204" pitchFamily="34" charset="0"/>
              </a:rPr>
              <a:t>Pump Working Principle</a:t>
            </a:r>
            <a:endParaRPr lang="en-IN" sz="4000" b="1" dirty="0">
              <a:latin typeface="Arial Nova" panose="020B05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6712B-602C-4510-B805-D7B485CA75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600"/>
              <a:t>Page </a:t>
            </a:r>
            <a:fld id="{89C839C3-9EC8-4508-A9B1-CE7D3B3FCCDB}" type="slidenum">
              <a:rPr lang="en-US" sz="1600" smtClean="0"/>
              <a:pPr>
                <a:defRPr/>
              </a:pPr>
              <a:t>3</a:t>
            </a:fld>
            <a:endParaRPr lang="en-US" sz="1600"/>
          </a:p>
        </p:txBody>
      </p:sp>
      <p:pic>
        <p:nvPicPr>
          <p:cNvPr id="1026" name="Picture 2" descr="Centrifugal Pump Working Principle – StudiousGuy">
            <a:extLst>
              <a:ext uri="{FF2B5EF4-FFF2-40B4-BE49-F238E27FC236}">
                <a16:creationId xmlns:a16="http://schemas.microsoft.com/office/drawing/2014/main" id="{C17C71B7-5088-002F-7F4F-891EB4BBD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2640" y="1847850"/>
            <a:ext cx="3572960" cy="357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D403EF-3207-46FE-6B9D-6835B5C56AC8}"/>
              </a:ext>
            </a:extLst>
          </p:cNvPr>
          <p:cNvSpPr txBox="1"/>
          <p:nvPr/>
        </p:nvSpPr>
        <p:spPr>
          <a:xfrm>
            <a:off x="406400" y="1478518"/>
            <a:ext cx="6934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Conversion of mechanical energy into hydraulic energy (Pressure Energy) by virtue of centrifugal force.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Impeller converts driver energy into kinetic energy &amp; diffuser / Casing converts kinetic energy into pressure energy.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 low suction pressure (Fluid) convert into high pressure due to impeller and casing arrangement as per centrifugal force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2E1F7A-98D8-5C43-19DD-C05A9C8978CF}"/>
              </a:ext>
            </a:extLst>
          </p:cNvPr>
          <p:cNvSpPr txBox="1"/>
          <p:nvPr/>
        </p:nvSpPr>
        <p:spPr>
          <a:xfrm>
            <a:off x="406400" y="3879175"/>
            <a:ext cx="76581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Pump Application: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dirty="0"/>
              <a:t>Water transfer  </a:t>
            </a:r>
            <a:r>
              <a:rPr lang="en-IN" sz="2000" dirty="0"/>
              <a:t>(</a:t>
            </a:r>
            <a:r>
              <a:rPr lang="en-IN" dirty="0"/>
              <a:t>Underground to Overhead tank)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Gardening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Sprinkler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Car wash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Pressure boost in washroom / Kitchen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Farming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Construction site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288C17-4D88-C5D0-1F37-1BB2BD01C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913" y="4428942"/>
            <a:ext cx="1749800" cy="190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00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274BE5-85B4-7001-DF71-7077B94E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7AD91E6F-EF55-84FE-F0FD-65D5BF24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226" y="119390"/>
            <a:ext cx="9883374" cy="960438"/>
          </a:xfrm>
        </p:spPr>
        <p:txBody>
          <a:bodyPr/>
          <a:lstStyle/>
          <a:p>
            <a:r>
              <a:rPr lang="en-US" sz="4000" b="1" dirty="0">
                <a:latin typeface="Arial Nova" panose="020B0504020202020204" pitchFamily="34" charset="0"/>
              </a:rPr>
              <a:t>Pump Exploded View</a:t>
            </a:r>
            <a:endParaRPr lang="en-IN" sz="4000" b="1" dirty="0">
              <a:latin typeface="Arial Nova" panose="020B05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55B37-8E2A-DE2D-2613-D8C6229873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600"/>
              <a:t>Page </a:t>
            </a:r>
            <a:fld id="{89C839C3-9EC8-4508-A9B1-CE7D3B3FCCDB}" type="slidenum">
              <a:rPr lang="en-US" sz="1600" smtClean="0"/>
              <a:pPr>
                <a:defRPr/>
              </a:pPr>
              <a:t>4</a:t>
            </a:fld>
            <a:endParaRPr lang="en-US" sz="16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BF7368-BF8A-076D-DD69-90C121E01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8312"/>
            <a:ext cx="1248594" cy="5905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F9138C-BD7F-A7EB-D0A9-C1A22354C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9410" y="1314011"/>
            <a:ext cx="7735380" cy="522042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00573F-582B-ED57-8F8A-EDFDA6673409}"/>
              </a:ext>
            </a:extLst>
          </p:cNvPr>
          <p:cNvCxnSpPr/>
          <p:nvPr/>
        </p:nvCxnSpPr>
        <p:spPr>
          <a:xfrm flipH="1" flipV="1">
            <a:off x="2530576" y="3924225"/>
            <a:ext cx="2395940" cy="92486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151FA9-35F1-3A59-72C8-8FE940DE4295}"/>
              </a:ext>
            </a:extLst>
          </p:cNvPr>
          <p:cNvSpPr txBox="1"/>
          <p:nvPr/>
        </p:nvSpPr>
        <p:spPr>
          <a:xfrm>
            <a:off x="1513982" y="3803348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Impeller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3F4CF5-84A9-631C-C2CF-0CC821B88FF4}"/>
              </a:ext>
            </a:extLst>
          </p:cNvPr>
          <p:cNvCxnSpPr>
            <a:cxnSpLocks/>
          </p:cNvCxnSpPr>
          <p:nvPr/>
        </p:nvCxnSpPr>
        <p:spPr>
          <a:xfrm flipH="1" flipV="1">
            <a:off x="2139410" y="5083274"/>
            <a:ext cx="1997397" cy="40722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6105EF3-5363-7C39-2A24-000AFB2CCDC5}"/>
              </a:ext>
            </a:extLst>
          </p:cNvPr>
          <p:cNvSpPr txBox="1"/>
          <p:nvPr/>
        </p:nvSpPr>
        <p:spPr>
          <a:xfrm>
            <a:off x="1148448" y="4818200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Casing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2D4DCE-05D3-B15A-DAE1-5497ED12E2E8}"/>
              </a:ext>
            </a:extLst>
          </p:cNvPr>
          <p:cNvCxnSpPr>
            <a:cxnSpLocks/>
          </p:cNvCxnSpPr>
          <p:nvPr/>
        </p:nvCxnSpPr>
        <p:spPr>
          <a:xfrm>
            <a:off x="7315079" y="4186089"/>
            <a:ext cx="2559711" cy="130441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E41B0A0-08A7-8946-F5C8-7272F2CBE4AE}"/>
              </a:ext>
            </a:extLst>
          </p:cNvPr>
          <p:cNvSpPr txBox="1"/>
          <p:nvPr/>
        </p:nvSpPr>
        <p:spPr>
          <a:xfrm>
            <a:off x="10011469" y="3810052"/>
            <a:ext cx="1078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Capacitor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789ED6-4DB5-6846-5B9E-A53A2F5C0FFA}"/>
              </a:ext>
            </a:extLst>
          </p:cNvPr>
          <p:cNvCxnSpPr>
            <a:cxnSpLocks/>
          </p:cNvCxnSpPr>
          <p:nvPr/>
        </p:nvCxnSpPr>
        <p:spPr>
          <a:xfrm>
            <a:off x="6912120" y="2380490"/>
            <a:ext cx="3161427" cy="1422858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5224043-F25F-8768-170A-ACF65AC66147}"/>
              </a:ext>
            </a:extLst>
          </p:cNvPr>
          <p:cNvSpPr txBox="1"/>
          <p:nvPr/>
        </p:nvSpPr>
        <p:spPr>
          <a:xfrm>
            <a:off x="10119497" y="5458235"/>
            <a:ext cx="703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Rotor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B6E40F-AC28-76D0-A257-3CBA6D0005CF}"/>
              </a:ext>
            </a:extLst>
          </p:cNvPr>
          <p:cNvCxnSpPr>
            <a:cxnSpLocks/>
          </p:cNvCxnSpPr>
          <p:nvPr/>
        </p:nvCxnSpPr>
        <p:spPr>
          <a:xfrm>
            <a:off x="5828705" y="4641817"/>
            <a:ext cx="1791295" cy="133704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49A05E-D295-04A9-30E2-BDFC6FA11D11}"/>
              </a:ext>
            </a:extLst>
          </p:cNvPr>
          <p:cNvSpPr txBox="1"/>
          <p:nvPr/>
        </p:nvSpPr>
        <p:spPr>
          <a:xfrm>
            <a:off x="7718611" y="5821870"/>
            <a:ext cx="1699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Mechanical Seal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EB7F-3A30-FD2C-666E-67CA3A847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878" y="2266536"/>
            <a:ext cx="1674144" cy="153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66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8DC677A8-0434-4D44-8227-AB1521636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226" y="119390"/>
            <a:ext cx="9883374" cy="960438"/>
          </a:xfrm>
        </p:spPr>
        <p:txBody>
          <a:bodyPr/>
          <a:lstStyle/>
          <a:p>
            <a:r>
              <a:rPr lang="en-US" sz="4000" b="1" dirty="0">
                <a:latin typeface="Arial Nova" panose="020B0504020202020204" pitchFamily="34" charset="0"/>
              </a:rPr>
              <a:t>Product Dashboard</a:t>
            </a:r>
            <a:endParaRPr lang="en-IN" sz="4000" b="1" dirty="0">
              <a:latin typeface="Arial Nova" panose="020B05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6712B-602C-4510-B805-D7B485CA75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600"/>
              <a:t>Page </a:t>
            </a:r>
            <a:fld id="{89C839C3-9EC8-4508-A9B1-CE7D3B3FCCDB}" type="slidenum">
              <a:rPr lang="en-US" sz="1600" smtClean="0"/>
              <a:pPr>
                <a:defRPr/>
              </a:pPr>
              <a:t>5</a:t>
            </a:fld>
            <a:endParaRPr lang="en-US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796240-E312-49B5-81A3-8A5B5D00775D}"/>
              </a:ext>
            </a:extLst>
          </p:cNvPr>
          <p:cNvSpPr/>
          <p:nvPr/>
        </p:nvSpPr>
        <p:spPr>
          <a:xfrm>
            <a:off x="301735" y="1362381"/>
            <a:ext cx="22520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Regenerative Monoblock(MP01)</a:t>
            </a:r>
            <a:endParaRPr lang="en-US" sz="12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68D0AD-9FA3-45B8-A977-0BD7A47EF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81" y="1797824"/>
            <a:ext cx="1580423" cy="15251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FB1F2F-4C94-4C64-AF36-D6B69D9B0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225" y="1843575"/>
            <a:ext cx="1783868" cy="14336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FD875C-F072-40E0-A2D8-DAE1A2440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36" y="4698412"/>
            <a:ext cx="1618642" cy="146277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9C5E215-5BB3-4E66-B3D0-7813AC9EF2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1933" y="4675540"/>
            <a:ext cx="2024154" cy="14056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B4CC70A-DA01-4C64-B8C8-397CD7B32F6A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5686810" y="4668558"/>
            <a:ext cx="917634" cy="16735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676F69-9C43-4263-BF72-DA564D3A29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486" b="94595" l="7143" r="92063">
                        <a14:foregroundMark x1="19048" y1="89730" x2="19048" y2="89730"/>
                        <a14:foregroundMark x1="12698" y1="92432" x2="12698" y2="92432"/>
                        <a14:foregroundMark x1="22222" y1="94595" x2="22222" y2="94595"/>
                        <a14:foregroundMark x1="55556" y1="88108" x2="55556" y2="88108"/>
                        <a14:foregroundMark x1="44444" y1="95135" x2="44444" y2="95135"/>
                        <a14:foregroundMark x1="7143" y1="63784" x2="7143" y2="63784"/>
                        <a14:foregroundMark x1="92857" y1="71892" x2="92857" y2="71892"/>
                        <a14:foregroundMark x1="88095" y1="71892" x2="88095" y2="71892"/>
                        <a14:foregroundMark x1="88095" y1="87568" x2="88095" y2="87568"/>
                        <a14:foregroundMark x1="88889" y1="79459" x2="88889" y2="79459"/>
                        <a14:foregroundMark x1="75397" y1="68649" x2="75397" y2="68649"/>
                        <a14:foregroundMark x1="73810" y1="71351" x2="73810" y2="71351"/>
                        <a14:foregroundMark x1="88095" y1="53514" x2="88095" y2="53514"/>
                        <a14:foregroundMark x1="42857" y1="6486" x2="42857" y2="64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36733" y="1722638"/>
            <a:ext cx="1100648" cy="161603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ABDB498-1A9E-4AEC-9946-D742143FDA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3924" y="3990235"/>
            <a:ext cx="862354" cy="23518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839397A-BE71-4016-91FC-0D7E635AE733}"/>
              </a:ext>
            </a:extLst>
          </p:cNvPr>
          <p:cNvSpPr/>
          <p:nvPr/>
        </p:nvSpPr>
        <p:spPr>
          <a:xfrm>
            <a:off x="2991933" y="1349789"/>
            <a:ext cx="21202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Centrifugal Monoblock(MP06)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D65D42-3FF4-407B-A31E-D5742AD64856}"/>
              </a:ext>
            </a:extLst>
          </p:cNvPr>
          <p:cNvSpPr/>
          <p:nvPr/>
        </p:nvSpPr>
        <p:spPr>
          <a:xfrm>
            <a:off x="5596133" y="1337125"/>
            <a:ext cx="14836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Shallow Well(MP03)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739106-54FD-46C9-93F6-E4FE21FB0BC5}"/>
              </a:ext>
            </a:extLst>
          </p:cNvPr>
          <p:cNvSpPr/>
          <p:nvPr/>
        </p:nvSpPr>
        <p:spPr>
          <a:xfrm>
            <a:off x="8382951" y="1310401"/>
            <a:ext cx="9176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Deep Well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A663F35-F3CB-4431-B5B0-3DD87BFEE7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125" b="96875" l="9390" r="94836">
                        <a14:foregroundMark x1="28169" y1="91250" x2="28169" y2="91250"/>
                        <a14:foregroundMark x1="38967" y1="96875" x2="38967" y2="96875"/>
                        <a14:foregroundMark x1="90610" y1="59375" x2="90610" y2="59375"/>
                        <a14:foregroundMark x1="94836" y1="65000" x2="94836" y2="65000"/>
                        <a14:foregroundMark x1="13615" y1="43125" x2="13615" y2="43125"/>
                        <a14:foregroundMark x1="14085" y1="56250" x2="14085" y2="56250"/>
                        <a14:foregroundMark x1="76056" y1="7500" x2="76056" y2="7500"/>
                        <a14:foregroundMark x1="75587" y1="3125" x2="75587" y2="3125"/>
                        <a14:foregroundMark x1="51643" y1="48125" x2="51643" y2="481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63323" y="1823821"/>
            <a:ext cx="1862747" cy="139924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7624010-169F-40CE-BD61-78D7FB692B27}"/>
              </a:ext>
            </a:extLst>
          </p:cNvPr>
          <p:cNvSpPr/>
          <p:nvPr/>
        </p:nvSpPr>
        <p:spPr>
          <a:xfrm>
            <a:off x="599781" y="4187130"/>
            <a:ext cx="24325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</a:rPr>
              <a:t>Openwell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 Submersible-1-Ph(MP05)</a:t>
            </a:r>
            <a:endParaRPr lang="en-US" sz="12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3DCE04-D149-4AD8-B9A5-5BC4D2350977}"/>
              </a:ext>
            </a:extLst>
          </p:cNvPr>
          <p:cNvSpPr/>
          <p:nvPr/>
        </p:nvSpPr>
        <p:spPr>
          <a:xfrm>
            <a:off x="3128706" y="4204683"/>
            <a:ext cx="19629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Openwell Submersible-3-Ph</a:t>
            </a:r>
            <a:endParaRPr lang="en-US" sz="1200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3B1B8A-C640-4B2C-B765-A7630D1A5A10}"/>
              </a:ext>
            </a:extLst>
          </p:cNvPr>
          <p:cNvSpPr/>
          <p:nvPr/>
        </p:nvSpPr>
        <p:spPr>
          <a:xfrm>
            <a:off x="5502385" y="4148074"/>
            <a:ext cx="19676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Sewage Submersible(MP11)</a:t>
            </a:r>
            <a:endParaRPr lang="en-US" sz="12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5BC55D-F9EC-4C19-AC75-E54CEF25C400}"/>
              </a:ext>
            </a:extLst>
          </p:cNvPr>
          <p:cNvSpPr/>
          <p:nvPr/>
        </p:nvSpPr>
        <p:spPr>
          <a:xfrm>
            <a:off x="6927837" y="3572231"/>
            <a:ext cx="25355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Borewell Submersible(MP07)/MP08)</a:t>
            </a:r>
            <a:endParaRPr lang="en-US" sz="1200" b="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9274AA-9262-4DBE-AC7E-998EC92FFAEA}"/>
              </a:ext>
            </a:extLst>
          </p:cNvPr>
          <p:cNvSpPr/>
          <p:nvPr/>
        </p:nvSpPr>
        <p:spPr>
          <a:xfrm>
            <a:off x="10016832" y="1403565"/>
            <a:ext cx="17309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Pressure Booster(MP10)</a:t>
            </a:r>
            <a:endParaRPr lang="en-US" sz="1200" b="1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4EE90E8-46EB-406E-BF18-2D3F991ABE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8333" b="97348" l="9211" r="96053">
                        <a14:foregroundMark x1="88158" y1="42803" x2="88158" y2="42803"/>
                        <a14:foregroundMark x1="89803" y1="77652" x2="89803" y2="77652"/>
                        <a14:foregroundMark x1="90789" y1="91288" x2="90789" y2="91288"/>
                        <a14:foregroundMark x1="66776" y1="94318" x2="66776" y2="94318"/>
                        <a14:foregroundMark x1="28947" y1="37121" x2="28947" y2="37121"/>
                        <a14:foregroundMark x1="35526" y1="31439" x2="35526" y2="31439"/>
                        <a14:foregroundMark x1="37500" y1="32576" x2="37500" y2="32576"/>
                        <a14:foregroundMark x1="28947" y1="46970" x2="28947" y2="46970"/>
                        <a14:foregroundMark x1="23355" y1="46591" x2="23355" y2="46591"/>
                        <a14:foregroundMark x1="94079" y1="29167" x2="94079" y2="29167"/>
                        <a14:foregroundMark x1="96053" y1="39394" x2="96053" y2="39394"/>
                        <a14:foregroundMark x1="83553" y1="97727" x2="83553" y2="97727"/>
                        <a14:foregroundMark x1="15132" y1="15530" x2="15132" y2="15530"/>
                        <a14:foregroundMark x1="28947" y1="29167" x2="28947" y2="29167"/>
                        <a14:foregroundMark x1="29605" y1="35985" x2="29605" y2="35985"/>
                        <a14:foregroundMark x1="29605" y1="45076" x2="29605" y2="45076"/>
                        <a14:foregroundMark x1="28289" y1="41288" x2="28289" y2="41288"/>
                        <a14:foregroundMark x1="28289" y1="41288" x2="28289" y2="41288"/>
                        <a14:foregroundMark x1="74671" y1="64015" x2="74671" y2="64015"/>
                        <a14:foregroundMark x1="20395" y1="29167" x2="20395" y2="29167"/>
                        <a14:foregroundMark x1="31250" y1="95455" x2="31250" y2="95455"/>
                        <a14:foregroundMark x1="26645" y1="32576" x2="26645" y2="32576"/>
                        <a14:foregroundMark x1="27303" y1="80682" x2="27303" y2="80682"/>
                        <a14:foregroundMark x1="28289" y1="8333" x2="28289" y2="8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62573" y="5069565"/>
            <a:ext cx="1023027" cy="888418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EA09D96-4455-464E-9814-B5CF7D4D79EA}"/>
              </a:ext>
            </a:extLst>
          </p:cNvPr>
          <p:cNvSpPr/>
          <p:nvPr/>
        </p:nvSpPr>
        <p:spPr>
          <a:xfrm>
            <a:off x="10641499" y="4738340"/>
            <a:ext cx="15367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Control Panel(MP09)</a:t>
            </a:r>
            <a:endParaRPr lang="en-US" sz="1200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D7ADB30-D9BF-4FB1-A868-3F8515AA5DE2}"/>
              </a:ext>
            </a:extLst>
          </p:cNvPr>
          <p:cNvPicPr/>
          <p:nvPr/>
        </p:nvPicPr>
        <p:blipFill>
          <a:blip r:embed="rId14"/>
          <a:stretch>
            <a:fillRect/>
          </a:stretch>
        </p:blipFill>
        <p:spPr>
          <a:xfrm>
            <a:off x="10132414" y="1821110"/>
            <a:ext cx="1459805" cy="161603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686908-A37E-A939-B8F8-BE16399B115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44268" y="3990235"/>
            <a:ext cx="1617578" cy="2251923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490C334C-BD72-FD0E-521D-66154138E68F}"/>
              </a:ext>
            </a:extLst>
          </p:cNvPr>
          <p:cNvSpPr txBox="1">
            <a:spLocks/>
          </p:cNvSpPr>
          <p:nvPr/>
        </p:nvSpPr>
        <p:spPr>
          <a:xfrm>
            <a:off x="9409009" y="3735814"/>
            <a:ext cx="1889954" cy="4718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0" hangingPunct="0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+mn-cs"/>
              </a:rPr>
              <a:t>PressCon Pump Controller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A2E5114-C40B-D914-0BFB-04C6152FDCD3}"/>
              </a:ext>
            </a:extLst>
          </p:cNvPr>
          <p:cNvSpPr txBox="1">
            <a:spLocks/>
          </p:cNvSpPr>
          <p:nvPr/>
        </p:nvSpPr>
        <p:spPr>
          <a:xfrm>
            <a:off x="8957519" y="4757270"/>
            <a:ext cx="1889954" cy="4718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0" hangingPunct="0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+mn-cs"/>
              </a:rPr>
              <a:t>Float Switch(MP12)</a:t>
            </a:r>
          </a:p>
        </p:txBody>
      </p:sp>
    </p:spTree>
    <p:extLst>
      <p:ext uri="{BB962C8B-B14F-4D97-AF65-F5344CB8AC3E}">
        <p14:creationId xmlns:p14="http://schemas.microsoft.com/office/powerpoint/2010/main" val="1145907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CF777D2-ECAB-4968-80B0-23242F17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226" y="103566"/>
            <a:ext cx="9883374" cy="960438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Arial Nova" panose="020B0504020202020204" pitchFamily="34" charset="0"/>
              </a:rPr>
              <a:t>Product Categories </a:t>
            </a:r>
            <a:r>
              <a:rPr lang="en-US" sz="3200" b="1" dirty="0">
                <a:latin typeface="Arial Nova" panose="020B0504020202020204" pitchFamily="34" charset="0"/>
              </a:rPr>
              <a:t>(Domestic + Agriculture)</a:t>
            </a:r>
            <a:endParaRPr lang="en-IN" sz="4000" b="1" dirty="0">
              <a:latin typeface="Arial Nova" panose="020B05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9AB9F-61BF-492B-A6CF-4C8FADB5DA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Page </a:t>
            </a:r>
            <a:fld id="{89C839C3-9EC8-4508-A9B1-CE7D3B3FCCD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3EBDA0E9-7F4F-4B7C-AFB6-197735D18DB3}"/>
              </a:ext>
            </a:extLst>
          </p:cNvPr>
          <p:cNvSpPr txBox="1">
            <a:spLocks/>
          </p:cNvSpPr>
          <p:nvPr/>
        </p:nvSpPr>
        <p:spPr>
          <a:xfrm>
            <a:off x="402036" y="1779270"/>
            <a:ext cx="11904268" cy="2567697"/>
          </a:xfrm>
          <a:prstGeom prst="rect">
            <a:avLst/>
          </a:prstGeom>
          <a:noFill/>
        </p:spPr>
        <p:txBody>
          <a:bodyPr anchor="ctr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kern="1200" baseline="0">
                <a:solidFill>
                  <a:schemeClr val="bg1"/>
                </a:solidFill>
                <a:latin typeface="Century Gothic" pitchFamily="34" charset="0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Pumps</a:t>
            </a:r>
          </a:p>
          <a:p>
            <a:r>
              <a:rPr lang="en-IN" b="1" dirty="0">
                <a:solidFill>
                  <a:schemeClr val="tx1"/>
                </a:solidFill>
              </a:rPr>
              <a:t>  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	Surface						  	 Submersible</a:t>
            </a:r>
          </a:p>
          <a:p>
            <a:r>
              <a:rPr lang="en-IN" sz="1800" b="1" dirty="0">
                <a:solidFill>
                  <a:schemeClr val="tx1"/>
                </a:solidFill>
              </a:rPr>
              <a:t>	Regenerative Monoblock (0.5HP ~ 1.5HP)				Borewell (0.5HP ~ 25.0HP)</a:t>
            </a:r>
          </a:p>
          <a:p>
            <a:r>
              <a:rPr lang="en-IN" sz="1800" b="1" dirty="0">
                <a:solidFill>
                  <a:schemeClr val="tx1"/>
                </a:solidFill>
              </a:rPr>
              <a:t>	Centrifugal (0.5HP ~ 3.0HP)					Openwell (0.5HP ~ 7.5HP)</a:t>
            </a:r>
          </a:p>
          <a:p>
            <a:r>
              <a:rPr lang="en-IN" sz="1800" b="1" dirty="0">
                <a:solidFill>
                  <a:schemeClr val="tx1"/>
                </a:solidFill>
              </a:rPr>
              <a:t>	Shallow well (0.5HP ~ 1.0HP)					Sewage (0.5HP ~ 3.0HP)</a:t>
            </a:r>
          </a:p>
          <a:p>
            <a:r>
              <a:rPr lang="en-IN" sz="1800" b="1" dirty="0">
                <a:solidFill>
                  <a:schemeClr val="tx1"/>
                </a:solidFill>
              </a:rPr>
              <a:t>	Deep well (1.0HP)						Control Panel (0.5HP ~ 3.0HP)</a:t>
            </a:r>
          </a:p>
          <a:p>
            <a:r>
              <a:rPr lang="en-IN" sz="1800" b="1" dirty="0">
                <a:solidFill>
                  <a:schemeClr val="tx1"/>
                </a:solidFill>
              </a:rPr>
              <a:t>	Pressure Pump (0.5HP ~ 1.5HP)</a:t>
            </a:r>
          </a:p>
        </p:txBody>
      </p:sp>
      <p:sp>
        <p:nvSpPr>
          <p:cNvPr id="10" name="Arrow: Bent-Up 9">
            <a:extLst>
              <a:ext uri="{FF2B5EF4-FFF2-40B4-BE49-F238E27FC236}">
                <a16:creationId xmlns:a16="http://schemas.microsoft.com/office/drawing/2014/main" id="{1D1965F1-C4AE-4125-9D22-E875C59FB77D}"/>
              </a:ext>
            </a:extLst>
          </p:cNvPr>
          <p:cNvSpPr/>
          <p:nvPr/>
        </p:nvSpPr>
        <p:spPr>
          <a:xfrm rot="10800000">
            <a:off x="1773639" y="2007870"/>
            <a:ext cx="3990975" cy="57816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2A1E78CA-1330-4829-8774-D7FFCBC90CAA}"/>
              </a:ext>
            </a:extLst>
          </p:cNvPr>
          <p:cNvSpPr/>
          <p:nvPr/>
        </p:nvSpPr>
        <p:spPr>
          <a:xfrm rot="10800000" flipH="1">
            <a:off x="6095999" y="2007870"/>
            <a:ext cx="3990975" cy="57816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0EBE71-6DA7-4954-9E20-7FDAE0FAAF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226" y="4641252"/>
            <a:ext cx="1266582" cy="155733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36488F2-8792-4610-8966-BC1E67A3F5C8}"/>
              </a:ext>
            </a:extLst>
          </p:cNvPr>
          <p:cNvGrpSpPr/>
          <p:nvPr/>
        </p:nvGrpSpPr>
        <p:grpSpPr>
          <a:xfrm>
            <a:off x="9848850" y="4413838"/>
            <a:ext cx="514350" cy="2019300"/>
            <a:chOff x="6886945" y="2373596"/>
            <a:chExt cx="961655" cy="410340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542CEED-7C18-4BF6-9E9E-BA27B14DF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6945" y="2993792"/>
              <a:ext cx="319088" cy="3483208"/>
            </a:xfrm>
            <a:prstGeom prst="rect">
              <a:avLst/>
            </a:prstGeom>
          </p:spPr>
        </p:pic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C74BAA01-1847-4126-93A3-CF2FBF68AB75}"/>
                </a:ext>
              </a:extLst>
            </p:cNvPr>
            <p:cNvSpPr/>
            <p:nvPr/>
          </p:nvSpPr>
          <p:spPr>
            <a:xfrm>
              <a:off x="7391400" y="2373596"/>
              <a:ext cx="457200" cy="41034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236270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6A2252CF-8413-3C36-93AD-584BB7FA6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226" y="119390"/>
            <a:ext cx="9883374" cy="960438"/>
          </a:xfrm>
        </p:spPr>
        <p:txBody>
          <a:bodyPr/>
          <a:lstStyle/>
          <a:p>
            <a:r>
              <a:rPr lang="en-US" sz="4000" b="1" dirty="0">
                <a:latin typeface="Arial Nova" panose="020B0504020202020204" pitchFamily="34" charset="0"/>
              </a:rPr>
              <a:t>Product Selection</a:t>
            </a:r>
            <a:endParaRPr lang="en-IN" sz="4000" b="1" dirty="0">
              <a:latin typeface="Arial Nova" panose="020B05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9AB9F-61BF-492B-A6CF-4C8FADB5DA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Page </a:t>
            </a:r>
            <a:fld id="{89C839C3-9EC8-4508-A9B1-CE7D3B3FCCD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3EBDA0E9-7F4F-4B7C-AFB6-197735D18DB3}"/>
              </a:ext>
            </a:extLst>
          </p:cNvPr>
          <p:cNvSpPr txBox="1">
            <a:spLocks/>
          </p:cNvSpPr>
          <p:nvPr/>
        </p:nvSpPr>
        <p:spPr>
          <a:xfrm>
            <a:off x="287732" y="1133968"/>
            <a:ext cx="11904268" cy="2567697"/>
          </a:xfrm>
          <a:prstGeom prst="rect">
            <a:avLst/>
          </a:prstGeom>
          <a:noFill/>
        </p:spPr>
        <p:txBody>
          <a:bodyPr anchor="ctr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kern="1200" baseline="0">
                <a:solidFill>
                  <a:schemeClr val="bg1"/>
                </a:solidFill>
                <a:latin typeface="Century Gothic" pitchFamily="34" charset="0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Application</a:t>
            </a:r>
          </a:p>
          <a:p>
            <a:r>
              <a:rPr lang="en-IN" b="1" dirty="0">
                <a:solidFill>
                  <a:schemeClr val="tx1"/>
                </a:solidFill>
              </a:rPr>
              <a:t>  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	Domestic / Residential	  	                    Agriculture</a:t>
            </a:r>
          </a:p>
          <a:p>
            <a:r>
              <a:rPr lang="en-IN" sz="1800" b="1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10" name="Arrow: Bent-Up 9">
            <a:extLst>
              <a:ext uri="{FF2B5EF4-FFF2-40B4-BE49-F238E27FC236}">
                <a16:creationId xmlns:a16="http://schemas.microsoft.com/office/drawing/2014/main" id="{1D1965F1-C4AE-4125-9D22-E875C59FB77D}"/>
              </a:ext>
            </a:extLst>
          </p:cNvPr>
          <p:cNvSpPr/>
          <p:nvPr/>
        </p:nvSpPr>
        <p:spPr>
          <a:xfrm rot="10800000">
            <a:off x="2036884" y="2007870"/>
            <a:ext cx="3990975" cy="57816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2A1E78CA-1330-4829-8774-D7FFCBC90CAA}"/>
              </a:ext>
            </a:extLst>
          </p:cNvPr>
          <p:cNvSpPr/>
          <p:nvPr/>
        </p:nvSpPr>
        <p:spPr>
          <a:xfrm rot="10800000" flipH="1">
            <a:off x="6068289" y="2007870"/>
            <a:ext cx="3990975" cy="57816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0EBE71-6DA7-4954-9E20-7FDAE0FAAF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29" y="4436041"/>
            <a:ext cx="823269" cy="1012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224496-7B41-EC40-EFA3-DA8FF017B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133" y="3701665"/>
            <a:ext cx="170667" cy="1714099"/>
          </a:xfrm>
          <a:prstGeom prst="rect">
            <a:avLst/>
          </a:prstGeom>
        </p:spPr>
      </p:pic>
      <p:sp>
        <p:nvSpPr>
          <p:cNvPr id="18" name="object 6">
            <a:extLst>
              <a:ext uri="{FF2B5EF4-FFF2-40B4-BE49-F238E27FC236}">
                <a16:creationId xmlns:a16="http://schemas.microsoft.com/office/drawing/2014/main" id="{4DE433CC-22C9-08B9-1E8A-D2F6EF16325B}"/>
              </a:ext>
            </a:extLst>
          </p:cNvPr>
          <p:cNvSpPr/>
          <p:nvPr/>
        </p:nvSpPr>
        <p:spPr>
          <a:xfrm>
            <a:off x="10374702" y="3429000"/>
            <a:ext cx="244538" cy="2019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108C92F-78C2-A499-EA91-1373FCE58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860" y="4436041"/>
            <a:ext cx="922809" cy="10158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15BDD91-A673-1553-98DC-8C666EEA85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721" y="3406270"/>
            <a:ext cx="894284" cy="7126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576DDEB-91CA-CF7E-6BCD-175D4C344B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1860" y="3506033"/>
            <a:ext cx="1033077" cy="7748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8A14B6-A056-90C3-68FE-79924211E3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721" y="5603501"/>
            <a:ext cx="741719" cy="7126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8C18680-E82D-0A4D-3558-940E616121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99468" y="5504068"/>
            <a:ext cx="687591" cy="7896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7AA6A44-96B2-E6FD-31D6-3BBFB6C112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8832" y="3583443"/>
            <a:ext cx="1099500" cy="8395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7624DC1-A618-40D3-C5C3-A00EF7A5B16D}"/>
              </a:ext>
            </a:extLst>
          </p:cNvPr>
          <p:cNvPicPr/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0" t="15261" r="4001" b="1980"/>
          <a:stretch/>
        </p:blipFill>
        <p:spPr>
          <a:xfrm>
            <a:off x="8940800" y="4595884"/>
            <a:ext cx="1099500" cy="9164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DCB9BF0-8C23-F1E1-251A-39FEFC2E857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79494" y="3594862"/>
            <a:ext cx="894284" cy="159520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299949C-2C89-6081-33DE-D050EBA5BE7A}"/>
              </a:ext>
            </a:extLst>
          </p:cNvPr>
          <p:cNvGrpSpPr/>
          <p:nvPr/>
        </p:nvGrpSpPr>
        <p:grpSpPr>
          <a:xfrm>
            <a:off x="3395041" y="5603500"/>
            <a:ext cx="894285" cy="927889"/>
            <a:chOff x="4506192" y="1106177"/>
            <a:chExt cx="2259361" cy="207325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4441C52-6BE1-C281-9782-2037C0C43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6192" y="1106177"/>
              <a:ext cx="1216539" cy="200670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D39C75-B74C-0849-62C6-0C21D47D1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7943" y="1172729"/>
              <a:ext cx="757610" cy="20067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8163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909232D0-23F4-E234-708B-5713007B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226" y="119390"/>
            <a:ext cx="9883374" cy="960438"/>
          </a:xfrm>
        </p:spPr>
        <p:txBody>
          <a:bodyPr/>
          <a:lstStyle/>
          <a:p>
            <a:r>
              <a:rPr lang="en-US" sz="4000" b="1" dirty="0">
                <a:latin typeface="Arial Nova" panose="020B0504020202020204" pitchFamily="34" charset="0"/>
              </a:rPr>
              <a:t>Product Application</a:t>
            </a:r>
            <a:endParaRPr lang="en-IN" sz="4000" b="1" dirty="0">
              <a:latin typeface="Arial Nova" panose="020B05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6712B-602C-4510-B805-D7B485CA75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600"/>
              <a:t>Page </a:t>
            </a:r>
            <a:fld id="{89C839C3-9EC8-4508-A9B1-CE7D3B3FCCDB}" type="slidenum">
              <a:rPr lang="en-US" sz="1600" smtClean="0"/>
              <a:pPr>
                <a:defRPr/>
              </a:pPr>
              <a:t>8</a:t>
            </a:fld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4648F8-3FB5-56F1-25DD-F6047E695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7850" y="1319578"/>
            <a:ext cx="8940798" cy="49863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BC0A43-62B7-6100-EED5-2FBDC5841A15}"/>
              </a:ext>
            </a:extLst>
          </p:cNvPr>
          <p:cNvSpPr txBox="1"/>
          <p:nvPr/>
        </p:nvSpPr>
        <p:spPr>
          <a:xfrm>
            <a:off x="5417542" y="5001491"/>
            <a:ext cx="89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Ground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D9C70D-D3AB-DB7D-BF08-2D4CD52D84B7}"/>
              </a:ext>
            </a:extLst>
          </p:cNvPr>
          <p:cNvSpPr txBox="1"/>
          <p:nvPr/>
        </p:nvSpPr>
        <p:spPr>
          <a:xfrm>
            <a:off x="2108561" y="5370823"/>
            <a:ext cx="10786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Borewell</a:t>
            </a:r>
          </a:p>
          <a:p>
            <a:r>
              <a:rPr lang="en-IN" dirty="0"/>
              <a:t>Openwell</a:t>
            </a:r>
          </a:p>
          <a:p>
            <a:r>
              <a:rPr lang="en-IN" dirty="0"/>
              <a:t>Sewage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A7C541-03A3-EAA8-8211-A8F1310A61EF}"/>
              </a:ext>
            </a:extLst>
          </p:cNvPr>
          <p:cNvSpPr txBox="1"/>
          <p:nvPr/>
        </p:nvSpPr>
        <p:spPr>
          <a:xfrm>
            <a:off x="747005" y="1639631"/>
            <a:ext cx="1587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Overhead Tank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56243-8784-C5D7-106E-4BB62C3E499C}"/>
              </a:ext>
            </a:extLst>
          </p:cNvPr>
          <p:cNvSpPr txBox="1"/>
          <p:nvPr/>
        </p:nvSpPr>
        <p:spPr>
          <a:xfrm>
            <a:off x="9828270" y="5205931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Sump</a:t>
            </a:r>
          </a:p>
        </p:txBody>
      </p:sp>
      <p:pic>
        <p:nvPicPr>
          <p:cNvPr id="16" name="Picture 15" descr="C:\Users\21049\AppData\Local\Microsoft\Windows\Temporary Internet Files\Content.Outlook\BC404T6B\M1 Pump copy.JPG">
            <a:extLst>
              <a:ext uri="{FF2B5EF4-FFF2-40B4-BE49-F238E27FC236}">
                <a16:creationId xmlns:a16="http://schemas.microsoft.com/office/drawing/2014/main" id="{66B07071-647D-7523-55FB-DF09DD329B23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8" t="3929" r="4704" b="3373"/>
          <a:stretch/>
        </p:blipFill>
        <p:spPr bwMode="auto">
          <a:xfrm>
            <a:off x="9829874" y="4142028"/>
            <a:ext cx="838122" cy="82415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774EB6-38E9-81F8-383E-1FB016F34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2656" y="4046201"/>
            <a:ext cx="922809" cy="10158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2F57E9-802B-BC50-8540-FB7B280DDF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40361" y="3309521"/>
            <a:ext cx="894284" cy="7126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0430ED5-0D8E-308F-DB20-9DB93D316B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3866512" y="5186157"/>
            <a:ext cx="111587" cy="117487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EC703E7-089C-DDE8-9CE4-B8D5CBBA2B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04449" y="2008963"/>
            <a:ext cx="525722" cy="6037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5240150-E232-ECD3-C7C2-6AE1213B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30171" y="5485847"/>
            <a:ext cx="841953" cy="875188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740C4C-BE8A-ABB5-0F42-14DA6338A248}"/>
              </a:ext>
            </a:extLst>
          </p:cNvPr>
          <p:cNvCxnSpPr/>
          <p:nvPr/>
        </p:nvCxnSpPr>
        <p:spPr>
          <a:xfrm>
            <a:off x="10667996" y="5186157"/>
            <a:ext cx="0" cy="737284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55C848C-71C4-28A2-3C75-87877101E404}"/>
              </a:ext>
            </a:extLst>
          </p:cNvPr>
          <p:cNvSpPr txBox="1"/>
          <p:nvPr/>
        </p:nvSpPr>
        <p:spPr>
          <a:xfrm>
            <a:off x="10667996" y="5350949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7.5 m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C59D61B-1F6E-1548-581C-160418FBEE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52656" y="3273607"/>
            <a:ext cx="950178" cy="71263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A4D401D-3DD2-B86F-7F6D-2420CB1C2E2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93384" y="5620861"/>
            <a:ext cx="741719" cy="71263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90FB84D-EE5A-930B-2B5A-9333D9BBD1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2670" y="3300162"/>
            <a:ext cx="492987" cy="58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4561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67259D6874B4D9BF580983D376F74" ma:contentTypeVersion="10" ma:contentTypeDescription="Create a new document." ma:contentTypeScope="" ma:versionID="6c2e713e69ea49f36c722d892800e789">
  <xsd:schema xmlns:xsd="http://www.w3.org/2001/XMLSchema" xmlns:xs="http://www.w3.org/2001/XMLSchema" xmlns:p="http://schemas.microsoft.com/office/2006/metadata/properties" xmlns:ns3="f21db5fb-b659-4fc3-b55f-4bddd20c591d" xmlns:ns4="b760c389-0f4f-4bc7-a97c-df48d59659f9" targetNamespace="http://schemas.microsoft.com/office/2006/metadata/properties" ma:root="true" ma:fieldsID="2ec0bac10d2367082de60577d7fd6b3a" ns3:_="" ns4:_="">
    <xsd:import namespace="f21db5fb-b659-4fc3-b55f-4bddd20c591d"/>
    <xsd:import namespace="b760c389-0f4f-4bc7-a97c-df48d59659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1db5fb-b659-4fc3-b55f-4bddd20c59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60c389-0f4f-4bc7-a97c-df48d59659f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FEDABA1-161E-4CAB-915B-32DFD7E5B8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74DDB2-CD00-442D-B92E-4DAB987CB1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1db5fb-b659-4fc3-b55f-4bddd20c591d"/>
    <ds:schemaRef ds:uri="b760c389-0f4f-4bc7-a97c-df48d59659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491EF5-B573-43CB-9DC0-DFEF68FCA81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4302</TotalTime>
  <Words>550</Words>
  <Application>Microsoft Office PowerPoint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Arial Nova</vt:lpstr>
      <vt:lpstr>Calibri</vt:lpstr>
      <vt:lpstr>Century Gothic</vt:lpstr>
      <vt:lpstr>inherit</vt:lpstr>
      <vt:lpstr>Montserrat</vt:lpstr>
      <vt:lpstr>Wingdings</vt:lpstr>
      <vt:lpstr>Wingdings 3</vt:lpstr>
      <vt:lpstr>Slice</vt:lpstr>
      <vt:lpstr>What is Pump</vt:lpstr>
      <vt:lpstr>PowerPoint Presentation</vt:lpstr>
      <vt:lpstr>Pump Working Principle</vt:lpstr>
      <vt:lpstr>Pump Exploded View</vt:lpstr>
      <vt:lpstr>Product Dashboard</vt:lpstr>
      <vt:lpstr>Product Categories (Domestic + Agriculture)</vt:lpstr>
      <vt:lpstr>Product Selection</vt:lpstr>
      <vt:lpstr>Product 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 Viswanathan</dc:creator>
  <cp:lastModifiedBy>Manish Kumar Vimal</cp:lastModifiedBy>
  <cp:revision>449</cp:revision>
  <dcterms:created xsi:type="dcterms:W3CDTF">2019-04-19T08:04:58Z</dcterms:created>
  <dcterms:modified xsi:type="dcterms:W3CDTF">2026-01-04T14:11:53Z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Rules">
    <vt:lpwstr/>
  </property>
  <property fmtid="{D5CDD505-2E9C-101B-9397-08002B2CF9AE}" pid="4" name="ContentTypeId">
    <vt:lpwstr>0x010100C0867259D6874B4D9BF580983D376F74</vt:lpwstr>
  </property>
</Properties>
</file>